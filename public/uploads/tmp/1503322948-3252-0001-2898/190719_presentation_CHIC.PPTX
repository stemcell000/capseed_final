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4"/>
  </p:sldMasterIdLst>
  <p:notesMasterIdLst>
    <p:notesMasterId r:id="rId11"/>
  </p:notesMasterIdLst>
  <p:handoutMasterIdLst>
    <p:handoutMasterId r:id="rId12"/>
  </p:handoutMasterIdLst>
  <p:sldIdLst>
    <p:sldId id="322" r:id="rId5"/>
    <p:sldId id="321" r:id="rId6"/>
    <p:sldId id="325" r:id="rId7"/>
    <p:sldId id="324" r:id="rId8"/>
    <p:sldId id="319" r:id="rId9"/>
    <p:sldId id="320" r:id="rId10"/>
  </p:sldIdLst>
  <p:sldSz cx="9144000" cy="6858000" type="screen4x3"/>
  <p:notesSz cx="6789738" cy="9929813"/>
  <p:defaultTextStyle>
    <a:defPPr>
      <a:defRPr lang="fr-FR"/>
    </a:defPPr>
    <a:lvl1pPr algn="l" defTabSz="455613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1pPr>
    <a:lvl2pPr marL="455613" indent="1588" algn="l" defTabSz="455613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2pPr>
    <a:lvl3pPr marL="912813" indent="1588" algn="l" defTabSz="455613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3pPr>
    <a:lvl4pPr marL="1370013" indent="1588" algn="l" defTabSz="455613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4pPr>
    <a:lvl5pPr marL="1827213" indent="1588" algn="l" defTabSz="455613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3128" userDrawn="1">
          <p15:clr>
            <a:srgbClr val="A4A3A4"/>
          </p15:clr>
        </p15:guide>
        <p15:guide id="2" pos="213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E97117"/>
    <a:srgbClr val="0BAFA8"/>
    <a:srgbClr val="0066FF"/>
    <a:srgbClr val="CCECFF"/>
    <a:srgbClr val="85ABF7"/>
    <a:srgbClr val="0F5263"/>
    <a:srgbClr val="1E14EA"/>
    <a:srgbClr val="7135C9"/>
    <a:srgbClr val="431E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333" autoAdjust="0"/>
    <p:restoredTop sz="66053" autoAdjust="0"/>
  </p:normalViewPr>
  <p:slideViewPr>
    <p:cSldViewPr snapToGrid="0" snapToObjects="1">
      <p:cViewPr varScale="1">
        <p:scale>
          <a:sx n="89" d="100"/>
          <a:sy n="89" d="100"/>
        </p:scale>
        <p:origin x="-20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61" d="100"/>
          <a:sy n="61" d="100"/>
        </p:scale>
        <p:origin x="-3317" y="-106"/>
      </p:cViewPr>
      <p:guideLst>
        <p:guide orient="horz" pos="3128"/>
        <p:guide pos="213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printerSettings" Target="printerSettings/printerSettings1.bin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F9C9273-C295-476B-B384-057D2EEE184C}" type="doc">
      <dgm:prSet loTypeId="urn:microsoft.com/office/officeart/2005/8/layout/hProcess9" loCatId="process" qsTypeId="urn:microsoft.com/office/officeart/2005/8/quickstyle/simple1" qsCatId="simple" csTypeId="urn:microsoft.com/office/officeart/2005/8/colors/accent6_2" csCatId="accent6" phldr="1"/>
      <dgm:spPr/>
    </dgm:pt>
    <dgm:pt modelId="{D52B0C0D-74F5-4B61-A005-28BB04B398A3}">
      <dgm:prSet phldrT="[Texte]" custT="1"/>
      <dgm:spPr>
        <a:solidFill>
          <a:srgbClr val="92D050"/>
        </a:solidFill>
      </dgm:spPr>
      <dgm:t>
        <a:bodyPr vert="horz"/>
        <a:lstStyle/>
        <a:p>
          <a:r>
            <a:rPr lang="fr-FR" sz="1050" dirty="0" smtClean="0">
              <a:solidFill>
                <a:schemeClr val="tx1"/>
              </a:solidFill>
            </a:rPr>
            <a:t>Structure DB définie</a:t>
          </a:r>
          <a:endParaRPr lang="fr-FR" sz="1050" dirty="0">
            <a:solidFill>
              <a:schemeClr val="tx1"/>
            </a:solidFill>
          </a:endParaRPr>
        </a:p>
      </dgm:t>
    </dgm:pt>
    <dgm:pt modelId="{8BB6A288-D7F5-47CC-A75A-B3C86AA51361}" type="parTrans" cxnId="{639A7D49-403C-459A-817C-7D11B34191EC}">
      <dgm:prSet/>
      <dgm:spPr/>
      <dgm:t>
        <a:bodyPr/>
        <a:lstStyle/>
        <a:p>
          <a:endParaRPr lang="fr-FR"/>
        </a:p>
      </dgm:t>
    </dgm:pt>
    <dgm:pt modelId="{1A20A2D2-C4F1-4FD2-866F-9B793065471A}" type="sibTrans" cxnId="{639A7D49-403C-459A-817C-7D11B34191EC}">
      <dgm:prSet/>
      <dgm:spPr/>
      <dgm:t>
        <a:bodyPr/>
        <a:lstStyle/>
        <a:p>
          <a:endParaRPr lang="fr-FR"/>
        </a:p>
      </dgm:t>
    </dgm:pt>
    <dgm:pt modelId="{5E7C3C2D-9BA3-41FA-A5A5-F8FFC4B8A1FA}">
      <dgm:prSet phldrT="[Texte]" custT="1"/>
      <dgm:spPr>
        <a:solidFill>
          <a:srgbClr val="92D050"/>
        </a:solidFill>
      </dgm:spPr>
      <dgm:t>
        <a:bodyPr vert="horz"/>
        <a:lstStyle/>
        <a:p>
          <a:r>
            <a:rPr lang="fr-FR" sz="1050" dirty="0" smtClean="0">
              <a:solidFill>
                <a:schemeClr val="tx1"/>
              </a:solidFill>
            </a:rPr>
            <a:t>Formulaires optimisés</a:t>
          </a:r>
        </a:p>
        <a:p>
          <a:r>
            <a:rPr lang="fr-FR" sz="1050" dirty="0" smtClean="0">
              <a:solidFill>
                <a:schemeClr val="tx1"/>
              </a:solidFill>
            </a:rPr>
            <a:t>aux 15-20</a:t>
          </a:r>
          <a:endParaRPr lang="fr-FR" sz="1050" dirty="0">
            <a:solidFill>
              <a:schemeClr val="tx1"/>
            </a:solidFill>
          </a:endParaRPr>
        </a:p>
      </dgm:t>
    </dgm:pt>
    <dgm:pt modelId="{5FF49631-6688-4FB7-B92F-0FA2F1822389}" type="parTrans" cxnId="{CD6950B0-376F-4436-B900-DE34A41F3F83}">
      <dgm:prSet/>
      <dgm:spPr/>
      <dgm:t>
        <a:bodyPr/>
        <a:lstStyle/>
        <a:p>
          <a:endParaRPr lang="fr-FR"/>
        </a:p>
      </dgm:t>
    </dgm:pt>
    <dgm:pt modelId="{3DB185AA-4506-4CEC-9AE2-161BD70AB94F}" type="sibTrans" cxnId="{CD6950B0-376F-4436-B900-DE34A41F3F83}">
      <dgm:prSet/>
      <dgm:spPr/>
      <dgm:t>
        <a:bodyPr/>
        <a:lstStyle/>
        <a:p>
          <a:endParaRPr lang="fr-FR"/>
        </a:p>
      </dgm:t>
    </dgm:pt>
    <dgm:pt modelId="{D67FCD14-00D7-446E-8A9C-85FC71778F23}">
      <dgm:prSet phldrT="[Texte]"/>
      <dgm:spPr>
        <a:solidFill>
          <a:srgbClr val="FFC000"/>
        </a:solidFill>
      </dgm:spPr>
      <dgm:t>
        <a:bodyPr/>
        <a:lstStyle/>
        <a:p>
          <a:r>
            <a:rPr lang="fr-FR" b="1" dirty="0" smtClean="0">
              <a:solidFill>
                <a:schemeClr val="tx1"/>
              </a:solidFill>
            </a:rPr>
            <a:t>INCLUSION PREMIERS PATIENTS  </a:t>
          </a:r>
        </a:p>
        <a:p>
          <a:r>
            <a:rPr lang="fr-FR" b="1" dirty="0" smtClean="0">
              <a:solidFill>
                <a:schemeClr val="tx1"/>
              </a:solidFill>
            </a:rPr>
            <a:t>SEPTEMBRE / OCTOBRE 2017</a:t>
          </a:r>
          <a:endParaRPr lang="fr-FR" b="1" dirty="0">
            <a:solidFill>
              <a:schemeClr val="tx1"/>
            </a:solidFill>
          </a:endParaRPr>
        </a:p>
      </dgm:t>
    </dgm:pt>
    <dgm:pt modelId="{402C4E55-6204-4BBC-9AE5-7E9AF16BC005}" type="parTrans" cxnId="{004A476D-176E-4CC1-82EA-9AF0856EEF92}">
      <dgm:prSet/>
      <dgm:spPr/>
      <dgm:t>
        <a:bodyPr/>
        <a:lstStyle/>
        <a:p>
          <a:endParaRPr lang="fr-FR"/>
        </a:p>
      </dgm:t>
    </dgm:pt>
    <dgm:pt modelId="{11B89846-C17B-4DC2-B6D7-E6A4D96D436F}" type="sibTrans" cxnId="{004A476D-176E-4CC1-82EA-9AF0856EEF92}">
      <dgm:prSet/>
      <dgm:spPr/>
      <dgm:t>
        <a:bodyPr/>
        <a:lstStyle/>
        <a:p>
          <a:endParaRPr lang="fr-FR"/>
        </a:p>
      </dgm:t>
    </dgm:pt>
    <dgm:pt modelId="{B122F73B-3D24-45F5-A5E8-97EF32F2725E}">
      <dgm:prSet custT="1"/>
      <dgm:spPr>
        <a:solidFill>
          <a:srgbClr val="92D050"/>
        </a:solidFill>
      </dgm:spPr>
      <dgm:t>
        <a:bodyPr vert="horz"/>
        <a:lstStyle/>
        <a:p>
          <a:r>
            <a:rPr lang="fr-FR" sz="1050" dirty="0" smtClean="0">
              <a:solidFill>
                <a:schemeClr val="tx1"/>
              </a:solidFill>
            </a:rPr>
            <a:t>Dossier CPP en cours de validation par le promoteur avant envoi (fin du mois)</a:t>
          </a:r>
          <a:endParaRPr lang="fr-FR" sz="1050" dirty="0">
            <a:solidFill>
              <a:schemeClr val="tx1"/>
            </a:solidFill>
          </a:endParaRPr>
        </a:p>
      </dgm:t>
    </dgm:pt>
    <dgm:pt modelId="{A2C2DA4D-26F3-4726-B53B-8610E74A87D5}" type="parTrans" cxnId="{9E135137-B1D1-49BE-AE6F-2AE332D91F5F}">
      <dgm:prSet/>
      <dgm:spPr/>
      <dgm:t>
        <a:bodyPr/>
        <a:lstStyle/>
        <a:p>
          <a:endParaRPr lang="fr-FR"/>
        </a:p>
      </dgm:t>
    </dgm:pt>
    <dgm:pt modelId="{CC1E7DE3-5E02-4D27-8830-D99476BFD1C9}" type="sibTrans" cxnId="{9E135137-B1D1-49BE-AE6F-2AE332D91F5F}">
      <dgm:prSet/>
      <dgm:spPr/>
      <dgm:t>
        <a:bodyPr/>
        <a:lstStyle/>
        <a:p>
          <a:endParaRPr lang="fr-FR"/>
        </a:p>
      </dgm:t>
    </dgm:pt>
    <dgm:pt modelId="{967B7448-C067-4A5F-B98C-2D0B60C31F96}">
      <dgm:prSet custT="1"/>
      <dgm:spPr>
        <a:solidFill>
          <a:srgbClr val="92D050"/>
        </a:solidFill>
      </dgm:spPr>
      <dgm:t>
        <a:bodyPr vert="horz"/>
        <a:lstStyle/>
        <a:p>
          <a:r>
            <a:rPr lang="fr-FR" sz="1050" dirty="0" smtClean="0">
              <a:solidFill>
                <a:schemeClr val="tx1"/>
              </a:solidFill>
            </a:rPr>
            <a:t>Procédure d’export par centre : établie</a:t>
          </a:r>
          <a:endParaRPr lang="fr-FR" sz="1050" dirty="0">
            <a:solidFill>
              <a:schemeClr val="tx1"/>
            </a:solidFill>
          </a:endParaRPr>
        </a:p>
      </dgm:t>
    </dgm:pt>
    <dgm:pt modelId="{80E4FA12-99B1-4625-B1D5-F79361C09954}" type="parTrans" cxnId="{92988784-8CD6-48E0-BD86-AF72D84276D4}">
      <dgm:prSet/>
      <dgm:spPr/>
      <dgm:t>
        <a:bodyPr/>
        <a:lstStyle/>
        <a:p>
          <a:endParaRPr lang="fr-FR"/>
        </a:p>
      </dgm:t>
    </dgm:pt>
    <dgm:pt modelId="{6CD546C9-EFCD-4274-9F08-3988552B6958}" type="sibTrans" cxnId="{92988784-8CD6-48E0-BD86-AF72D84276D4}">
      <dgm:prSet/>
      <dgm:spPr/>
      <dgm:t>
        <a:bodyPr/>
        <a:lstStyle/>
        <a:p>
          <a:endParaRPr lang="fr-FR"/>
        </a:p>
      </dgm:t>
    </dgm:pt>
    <dgm:pt modelId="{4762D9A0-AB3B-413F-BDA9-8CD8C6299DAC}">
      <dgm:prSet custT="1"/>
      <dgm:spPr>
        <a:solidFill>
          <a:srgbClr val="92D050"/>
        </a:solidFill>
      </dgm:spPr>
      <dgm:t>
        <a:bodyPr vert="horz"/>
        <a:lstStyle/>
        <a:p>
          <a:r>
            <a:rPr lang="fr-FR" sz="1050" dirty="0" smtClean="0">
              <a:solidFill>
                <a:schemeClr val="tx1"/>
              </a:solidFill>
            </a:rPr>
            <a:t>Nouveau formulaire web opérationnel</a:t>
          </a:r>
          <a:endParaRPr lang="fr-FR" sz="1050" dirty="0">
            <a:solidFill>
              <a:schemeClr val="tx1"/>
            </a:solidFill>
          </a:endParaRPr>
        </a:p>
      </dgm:t>
    </dgm:pt>
    <dgm:pt modelId="{1AFF1E6C-C89C-41C7-8FAF-F1ED570875A8}" type="parTrans" cxnId="{C840D3F3-BFDA-41B6-90DB-25C150D11588}">
      <dgm:prSet/>
      <dgm:spPr/>
      <dgm:t>
        <a:bodyPr/>
        <a:lstStyle/>
        <a:p>
          <a:endParaRPr lang="fr-FR"/>
        </a:p>
      </dgm:t>
    </dgm:pt>
    <dgm:pt modelId="{05878E7B-DDC4-4279-A2F2-3E268221BAE7}" type="sibTrans" cxnId="{C840D3F3-BFDA-41B6-90DB-25C150D11588}">
      <dgm:prSet/>
      <dgm:spPr/>
      <dgm:t>
        <a:bodyPr/>
        <a:lstStyle/>
        <a:p>
          <a:endParaRPr lang="fr-FR"/>
        </a:p>
      </dgm:t>
    </dgm:pt>
    <dgm:pt modelId="{CD3A8BFA-8548-4256-AA19-7A432B679C8C}">
      <dgm:prSet custT="1"/>
      <dgm:spPr>
        <a:solidFill>
          <a:srgbClr val="92D050"/>
        </a:solidFill>
      </dgm:spPr>
      <dgm:t>
        <a:bodyPr vert="horz"/>
        <a:lstStyle/>
        <a:p>
          <a:pPr algn="l"/>
          <a:r>
            <a:rPr lang="fr-FR" sz="1000" noProof="0" smtClean="0">
              <a:solidFill>
                <a:schemeClr val="tx1"/>
              </a:solidFill>
            </a:rPr>
            <a:t>Tableaux de bord en cours d’élaboration :</a:t>
          </a:r>
        </a:p>
        <a:p>
          <a:pPr algn="l"/>
          <a:r>
            <a:rPr lang="fr-FR" sz="900" noProof="0" smtClean="0">
              <a:solidFill>
                <a:schemeClr val="tx1"/>
              </a:solidFill>
            </a:rPr>
            <a:t>- Suivi patient</a:t>
          </a:r>
        </a:p>
        <a:p>
          <a:pPr algn="l"/>
          <a:r>
            <a:rPr lang="fr-FR" sz="900" noProof="0" smtClean="0">
              <a:solidFill>
                <a:schemeClr val="tx1"/>
              </a:solidFill>
            </a:rPr>
            <a:t>- Live stats</a:t>
          </a:r>
        </a:p>
        <a:p>
          <a:pPr algn="l"/>
          <a:r>
            <a:rPr lang="fr-FR" sz="900" noProof="0" smtClean="0">
              <a:solidFill>
                <a:schemeClr val="tx1"/>
              </a:solidFill>
            </a:rPr>
            <a:t>- Gestion</a:t>
          </a:r>
        </a:p>
      </dgm:t>
    </dgm:pt>
    <dgm:pt modelId="{F84D3BB1-1AA8-4EF9-B65B-EB5FA623BDDF}" type="parTrans" cxnId="{E7DFA53D-F6B4-4CA8-AEE3-18DF678F0F6B}">
      <dgm:prSet/>
      <dgm:spPr/>
      <dgm:t>
        <a:bodyPr/>
        <a:lstStyle/>
        <a:p>
          <a:endParaRPr lang="fr-FR"/>
        </a:p>
      </dgm:t>
    </dgm:pt>
    <dgm:pt modelId="{010398E2-0016-4571-B272-1A6296E15686}" type="sibTrans" cxnId="{E7DFA53D-F6B4-4CA8-AEE3-18DF678F0F6B}">
      <dgm:prSet/>
      <dgm:spPr/>
      <dgm:t>
        <a:bodyPr/>
        <a:lstStyle/>
        <a:p>
          <a:endParaRPr lang="fr-FR"/>
        </a:p>
      </dgm:t>
    </dgm:pt>
    <dgm:pt modelId="{79D9CC6C-AF80-4834-A90E-F83E39E8E017}">
      <dgm:prSet custT="1"/>
      <dgm:spPr>
        <a:solidFill>
          <a:srgbClr val="92D050"/>
        </a:solidFill>
      </dgm:spPr>
      <dgm:t>
        <a:bodyPr vert="horz"/>
        <a:lstStyle/>
        <a:p>
          <a:r>
            <a:rPr lang="fr-FR" sz="1050" dirty="0" smtClean="0">
              <a:solidFill>
                <a:schemeClr val="tx1"/>
              </a:solidFill>
            </a:rPr>
            <a:t>Formulaire DPI Softalmo en cours de développement pour 15-20 (Corilus)</a:t>
          </a:r>
          <a:endParaRPr lang="fr-FR" sz="1050" dirty="0">
            <a:solidFill>
              <a:schemeClr val="tx1"/>
            </a:solidFill>
          </a:endParaRPr>
        </a:p>
      </dgm:t>
    </dgm:pt>
    <dgm:pt modelId="{3EC9EB5B-C499-4B8E-BF26-8FD5D175F429}" type="parTrans" cxnId="{1BE27987-5137-4EDD-A6C7-2BCD669C8E11}">
      <dgm:prSet/>
      <dgm:spPr/>
      <dgm:t>
        <a:bodyPr/>
        <a:lstStyle/>
        <a:p>
          <a:endParaRPr lang="fr-FR"/>
        </a:p>
      </dgm:t>
    </dgm:pt>
    <dgm:pt modelId="{3582B595-EF9B-4506-8700-51083BE93F1D}" type="sibTrans" cxnId="{1BE27987-5137-4EDD-A6C7-2BCD669C8E11}">
      <dgm:prSet/>
      <dgm:spPr/>
      <dgm:t>
        <a:bodyPr/>
        <a:lstStyle/>
        <a:p>
          <a:endParaRPr lang="fr-FR"/>
        </a:p>
      </dgm:t>
    </dgm:pt>
    <dgm:pt modelId="{B524473B-B211-4B8D-982D-9A90163E375B}" type="pres">
      <dgm:prSet presAssocID="{8F9C9273-C295-476B-B384-057D2EEE184C}" presName="CompostProcess" presStyleCnt="0">
        <dgm:presLayoutVars>
          <dgm:dir/>
          <dgm:resizeHandles val="exact"/>
        </dgm:presLayoutVars>
      </dgm:prSet>
      <dgm:spPr/>
    </dgm:pt>
    <dgm:pt modelId="{2EB89308-2F9E-4DA2-BB6B-942678B8EAFC}" type="pres">
      <dgm:prSet presAssocID="{8F9C9273-C295-476B-B384-057D2EEE184C}" presName="arrow" presStyleLbl="bgShp" presStyleIdx="0" presStyleCnt="1"/>
      <dgm:spPr>
        <a:solidFill>
          <a:srgbClr val="CCECFF"/>
        </a:solidFill>
      </dgm:spPr>
    </dgm:pt>
    <dgm:pt modelId="{038E30EA-CDC1-44C8-8FD2-3B991EB15B7A}" type="pres">
      <dgm:prSet presAssocID="{8F9C9273-C295-476B-B384-057D2EEE184C}" presName="linearProcess" presStyleCnt="0"/>
      <dgm:spPr/>
    </dgm:pt>
    <dgm:pt modelId="{EE3ED926-8E9E-48A3-9A58-802D070C49F8}" type="pres">
      <dgm:prSet presAssocID="{D52B0C0D-74F5-4B61-A005-28BB04B398A3}" presName="textNode" presStyleLbl="node1" presStyleIdx="0" presStyleCnt="8" custScaleX="87203" custLinFactNeighborX="-2688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EC0DD9C-6828-4BB6-9C9C-B215DFA63EDE}" type="pres">
      <dgm:prSet presAssocID="{1A20A2D2-C4F1-4FD2-866F-9B793065471A}" presName="sibTrans" presStyleCnt="0"/>
      <dgm:spPr/>
    </dgm:pt>
    <dgm:pt modelId="{601DF491-4BE2-4FDF-8370-921BDE0814F8}" type="pres">
      <dgm:prSet presAssocID="{5E7C3C2D-9BA3-41FA-A5A5-F8FFC4B8A1FA}" presName="textNode" presStyleLbl="node1" presStyleIdx="1" presStyleCnt="8" custScaleX="94830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660FD14-7C0B-49A3-AF80-22B5EBE5A910}" type="pres">
      <dgm:prSet presAssocID="{3DB185AA-4506-4CEC-9AE2-161BD70AB94F}" presName="sibTrans" presStyleCnt="0"/>
      <dgm:spPr/>
    </dgm:pt>
    <dgm:pt modelId="{39593D75-65C1-4225-A857-422DC84C92F4}" type="pres">
      <dgm:prSet presAssocID="{B122F73B-3D24-45F5-A5E8-97EF32F2725E}" presName="textNode" presStyleLbl="node1" presStyleIdx="2" presStyleCnt="8" custScaleX="145778" custLinFactNeighborX="-18012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A91319FD-58BB-4DE0-8219-B2018B961C0F}" type="pres">
      <dgm:prSet presAssocID="{CC1E7DE3-5E02-4D27-8830-D99476BFD1C9}" presName="sibTrans" presStyleCnt="0"/>
      <dgm:spPr/>
    </dgm:pt>
    <dgm:pt modelId="{3DA9796D-DA81-4AD7-8E08-DFCB683B8A7C}" type="pres">
      <dgm:prSet presAssocID="{967B7448-C067-4A5F-B98C-2D0B60C31F96}" presName="textNode" presStyleLbl="node1" presStyleIdx="3" presStyleCnt="8" custLinFactX="374" custLinFactNeighborX="100000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BBBC5F8-3471-48FA-A603-ADDFDE64229F}" type="pres">
      <dgm:prSet presAssocID="{6CD546C9-EFCD-4274-9F08-3988552B6958}" presName="sibTrans" presStyleCnt="0"/>
      <dgm:spPr/>
    </dgm:pt>
    <dgm:pt modelId="{B16045BF-7C45-4B02-B019-8B0F4B7A0EEA}" type="pres">
      <dgm:prSet presAssocID="{79D9CC6C-AF80-4834-A90E-F83E39E8E017}" presName="textNode" presStyleLbl="node1" presStyleIdx="4" presStyleCnt="8" custScaleX="150499" custLinFactX="374" custLinFactNeighborX="100000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71630D0-7F6F-41D3-9DAE-712789F37E09}" type="pres">
      <dgm:prSet presAssocID="{3582B595-EF9B-4506-8700-51083BE93F1D}" presName="sibTrans" presStyleCnt="0"/>
      <dgm:spPr/>
    </dgm:pt>
    <dgm:pt modelId="{DA41D435-A1FB-4271-81FA-9DEC995E0E7C}" type="pres">
      <dgm:prSet presAssocID="{4762D9A0-AB3B-413F-BDA9-8CD8C6299DAC}" presName="textNode" presStyleLbl="node1" presStyleIdx="5" presStyleCnt="8" custLinFactX="374" custLinFactNeighborX="100000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39BD2BA8-54C1-4E5D-9B62-D3337DAE80EB}" type="pres">
      <dgm:prSet presAssocID="{05878E7B-DDC4-4279-A2F2-3E268221BAE7}" presName="sibTrans" presStyleCnt="0"/>
      <dgm:spPr/>
    </dgm:pt>
    <dgm:pt modelId="{7169181D-1075-49DE-BFE1-96B424A7EEC0}" type="pres">
      <dgm:prSet presAssocID="{CD3A8BFA-8548-4256-AA19-7A432B679C8C}" presName="textNode" presStyleLbl="node1" presStyleIdx="6" presStyleCnt="8" custScaleX="111959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D594E23-8220-40BF-B8C1-22F65D0E6AA9}" type="pres">
      <dgm:prSet presAssocID="{010398E2-0016-4571-B272-1A6296E15686}" presName="sibTrans" presStyleCnt="0"/>
      <dgm:spPr/>
    </dgm:pt>
    <dgm:pt modelId="{E669D63D-9C72-4585-A954-BDB494A0258C}" type="pres">
      <dgm:prSet presAssocID="{D67FCD14-00D7-446E-8A9C-85FC71778F23}" presName="textNode" presStyleLbl="node1" presStyleIdx="7" presStyleCnt="8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CD6950B0-376F-4436-B900-DE34A41F3F83}" srcId="{8F9C9273-C295-476B-B384-057D2EEE184C}" destId="{5E7C3C2D-9BA3-41FA-A5A5-F8FFC4B8A1FA}" srcOrd="1" destOrd="0" parTransId="{5FF49631-6688-4FB7-B92F-0FA2F1822389}" sibTransId="{3DB185AA-4506-4CEC-9AE2-161BD70AB94F}"/>
    <dgm:cxn modelId="{C08006B1-903E-47C7-B445-522FB855C922}" type="presOf" srcId="{D67FCD14-00D7-446E-8A9C-85FC71778F23}" destId="{E669D63D-9C72-4585-A954-BDB494A0258C}" srcOrd="0" destOrd="0" presId="urn:microsoft.com/office/officeart/2005/8/layout/hProcess9"/>
    <dgm:cxn modelId="{004A476D-176E-4CC1-82EA-9AF0856EEF92}" srcId="{8F9C9273-C295-476B-B384-057D2EEE184C}" destId="{D67FCD14-00D7-446E-8A9C-85FC71778F23}" srcOrd="7" destOrd="0" parTransId="{402C4E55-6204-4BBC-9AE5-7E9AF16BC005}" sibTransId="{11B89846-C17B-4DC2-B6D7-E6A4D96D436F}"/>
    <dgm:cxn modelId="{14E3EF54-3A74-4F68-8F81-1543FE482A82}" type="presOf" srcId="{8F9C9273-C295-476B-B384-057D2EEE184C}" destId="{B524473B-B211-4B8D-982D-9A90163E375B}" srcOrd="0" destOrd="0" presId="urn:microsoft.com/office/officeart/2005/8/layout/hProcess9"/>
    <dgm:cxn modelId="{B0471392-59DD-44BD-894A-E72B7CDDF3D3}" type="presOf" srcId="{CD3A8BFA-8548-4256-AA19-7A432B679C8C}" destId="{7169181D-1075-49DE-BFE1-96B424A7EEC0}" srcOrd="0" destOrd="0" presId="urn:microsoft.com/office/officeart/2005/8/layout/hProcess9"/>
    <dgm:cxn modelId="{93966A20-24A1-4D47-85FD-023871A2BA7A}" type="presOf" srcId="{79D9CC6C-AF80-4834-A90E-F83E39E8E017}" destId="{B16045BF-7C45-4B02-B019-8B0F4B7A0EEA}" srcOrd="0" destOrd="0" presId="urn:microsoft.com/office/officeart/2005/8/layout/hProcess9"/>
    <dgm:cxn modelId="{E7DFA53D-F6B4-4CA8-AEE3-18DF678F0F6B}" srcId="{8F9C9273-C295-476B-B384-057D2EEE184C}" destId="{CD3A8BFA-8548-4256-AA19-7A432B679C8C}" srcOrd="6" destOrd="0" parTransId="{F84D3BB1-1AA8-4EF9-B65B-EB5FA623BDDF}" sibTransId="{010398E2-0016-4571-B272-1A6296E15686}"/>
    <dgm:cxn modelId="{1BE27987-5137-4EDD-A6C7-2BCD669C8E11}" srcId="{8F9C9273-C295-476B-B384-057D2EEE184C}" destId="{79D9CC6C-AF80-4834-A90E-F83E39E8E017}" srcOrd="4" destOrd="0" parTransId="{3EC9EB5B-C499-4B8E-BF26-8FD5D175F429}" sibTransId="{3582B595-EF9B-4506-8700-51083BE93F1D}"/>
    <dgm:cxn modelId="{DB1D38B4-A233-4AC0-8D76-AB860C11E7F8}" type="presOf" srcId="{4762D9A0-AB3B-413F-BDA9-8CD8C6299DAC}" destId="{DA41D435-A1FB-4271-81FA-9DEC995E0E7C}" srcOrd="0" destOrd="0" presId="urn:microsoft.com/office/officeart/2005/8/layout/hProcess9"/>
    <dgm:cxn modelId="{75209F76-0F2A-4E32-865D-E567DD5C5C14}" type="presOf" srcId="{D52B0C0D-74F5-4B61-A005-28BB04B398A3}" destId="{EE3ED926-8E9E-48A3-9A58-802D070C49F8}" srcOrd="0" destOrd="0" presId="urn:microsoft.com/office/officeart/2005/8/layout/hProcess9"/>
    <dgm:cxn modelId="{C840D3F3-BFDA-41B6-90DB-25C150D11588}" srcId="{8F9C9273-C295-476B-B384-057D2EEE184C}" destId="{4762D9A0-AB3B-413F-BDA9-8CD8C6299DAC}" srcOrd="5" destOrd="0" parTransId="{1AFF1E6C-C89C-41C7-8FAF-F1ED570875A8}" sibTransId="{05878E7B-DDC4-4279-A2F2-3E268221BAE7}"/>
    <dgm:cxn modelId="{7354AC60-9D8D-44AD-8A95-ED2400DB096C}" type="presOf" srcId="{967B7448-C067-4A5F-B98C-2D0B60C31F96}" destId="{3DA9796D-DA81-4AD7-8E08-DFCB683B8A7C}" srcOrd="0" destOrd="0" presId="urn:microsoft.com/office/officeart/2005/8/layout/hProcess9"/>
    <dgm:cxn modelId="{92988784-8CD6-48E0-BD86-AF72D84276D4}" srcId="{8F9C9273-C295-476B-B384-057D2EEE184C}" destId="{967B7448-C067-4A5F-B98C-2D0B60C31F96}" srcOrd="3" destOrd="0" parTransId="{80E4FA12-99B1-4625-B1D5-F79361C09954}" sibTransId="{6CD546C9-EFCD-4274-9F08-3988552B6958}"/>
    <dgm:cxn modelId="{639A7D49-403C-459A-817C-7D11B34191EC}" srcId="{8F9C9273-C295-476B-B384-057D2EEE184C}" destId="{D52B0C0D-74F5-4B61-A005-28BB04B398A3}" srcOrd="0" destOrd="0" parTransId="{8BB6A288-D7F5-47CC-A75A-B3C86AA51361}" sibTransId="{1A20A2D2-C4F1-4FD2-866F-9B793065471A}"/>
    <dgm:cxn modelId="{04D051D6-3C90-4237-9826-B342811EE437}" type="presOf" srcId="{5E7C3C2D-9BA3-41FA-A5A5-F8FFC4B8A1FA}" destId="{601DF491-4BE2-4FDF-8370-921BDE0814F8}" srcOrd="0" destOrd="0" presId="urn:microsoft.com/office/officeart/2005/8/layout/hProcess9"/>
    <dgm:cxn modelId="{9E135137-B1D1-49BE-AE6F-2AE332D91F5F}" srcId="{8F9C9273-C295-476B-B384-057D2EEE184C}" destId="{B122F73B-3D24-45F5-A5E8-97EF32F2725E}" srcOrd="2" destOrd="0" parTransId="{A2C2DA4D-26F3-4726-B53B-8610E74A87D5}" sibTransId="{CC1E7DE3-5E02-4D27-8830-D99476BFD1C9}"/>
    <dgm:cxn modelId="{7C714093-63FE-4379-81F4-6458D5A76229}" type="presOf" srcId="{B122F73B-3D24-45F5-A5E8-97EF32F2725E}" destId="{39593D75-65C1-4225-A857-422DC84C92F4}" srcOrd="0" destOrd="0" presId="urn:microsoft.com/office/officeart/2005/8/layout/hProcess9"/>
    <dgm:cxn modelId="{BFA27766-9C85-46A7-AB8B-0C4B74699254}" type="presParOf" srcId="{B524473B-B211-4B8D-982D-9A90163E375B}" destId="{2EB89308-2F9E-4DA2-BB6B-942678B8EAFC}" srcOrd="0" destOrd="0" presId="urn:microsoft.com/office/officeart/2005/8/layout/hProcess9"/>
    <dgm:cxn modelId="{C260112F-4299-4CAC-BD17-C3FC6FC0CB39}" type="presParOf" srcId="{B524473B-B211-4B8D-982D-9A90163E375B}" destId="{038E30EA-CDC1-44C8-8FD2-3B991EB15B7A}" srcOrd="1" destOrd="0" presId="urn:microsoft.com/office/officeart/2005/8/layout/hProcess9"/>
    <dgm:cxn modelId="{0B8B8529-6EBA-4815-B8A8-53ED9E70051A}" type="presParOf" srcId="{038E30EA-CDC1-44C8-8FD2-3B991EB15B7A}" destId="{EE3ED926-8E9E-48A3-9A58-802D070C49F8}" srcOrd="0" destOrd="0" presId="urn:microsoft.com/office/officeart/2005/8/layout/hProcess9"/>
    <dgm:cxn modelId="{D99F8985-1998-4CE7-B8B6-45A36B79AFDD}" type="presParOf" srcId="{038E30EA-CDC1-44C8-8FD2-3B991EB15B7A}" destId="{3EC0DD9C-6828-4BB6-9C9C-B215DFA63EDE}" srcOrd="1" destOrd="0" presId="urn:microsoft.com/office/officeart/2005/8/layout/hProcess9"/>
    <dgm:cxn modelId="{9C22C735-77E2-41D2-892C-71D80042E7BB}" type="presParOf" srcId="{038E30EA-CDC1-44C8-8FD2-3B991EB15B7A}" destId="{601DF491-4BE2-4FDF-8370-921BDE0814F8}" srcOrd="2" destOrd="0" presId="urn:microsoft.com/office/officeart/2005/8/layout/hProcess9"/>
    <dgm:cxn modelId="{84A7D6D0-54DF-452D-8C97-01540149F119}" type="presParOf" srcId="{038E30EA-CDC1-44C8-8FD2-3B991EB15B7A}" destId="{6660FD14-7C0B-49A3-AF80-22B5EBE5A910}" srcOrd="3" destOrd="0" presId="urn:microsoft.com/office/officeart/2005/8/layout/hProcess9"/>
    <dgm:cxn modelId="{A76E980D-5360-4189-BF34-B36CE472AD4C}" type="presParOf" srcId="{038E30EA-CDC1-44C8-8FD2-3B991EB15B7A}" destId="{39593D75-65C1-4225-A857-422DC84C92F4}" srcOrd="4" destOrd="0" presId="urn:microsoft.com/office/officeart/2005/8/layout/hProcess9"/>
    <dgm:cxn modelId="{0CD0A55A-6F8D-4F5F-8DE9-1CD664D81C66}" type="presParOf" srcId="{038E30EA-CDC1-44C8-8FD2-3B991EB15B7A}" destId="{A91319FD-58BB-4DE0-8219-B2018B961C0F}" srcOrd="5" destOrd="0" presId="urn:microsoft.com/office/officeart/2005/8/layout/hProcess9"/>
    <dgm:cxn modelId="{77F1E6D9-B5FA-4224-A96D-F89D753B2181}" type="presParOf" srcId="{038E30EA-CDC1-44C8-8FD2-3B991EB15B7A}" destId="{3DA9796D-DA81-4AD7-8E08-DFCB683B8A7C}" srcOrd="6" destOrd="0" presId="urn:microsoft.com/office/officeart/2005/8/layout/hProcess9"/>
    <dgm:cxn modelId="{338C3C23-E559-4D93-90D7-096952C4AB53}" type="presParOf" srcId="{038E30EA-CDC1-44C8-8FD2-3B991EB15B7A}" destId="{2BBBC5F8-3471-48FA-A603-ADDFDE64229F}" srcOrd="7" destOrd="0" presId="urn:microsoft.com/office/officeart/2005/8/layout/hProcess9"/>
    <dgm:cxn modelId="{5EB3A65C-0FA2-4CE7-A6F7-1D92B21A4F9A}" type="presParOf" srcId="{038E30EA-CDC1-44C8-8FD2-3B991EB15B7A}" destId="{B16045BF-7C45-4B02-B019-8B0F4B7A0EEA}" srcOrd="8" destOrd="0" presId="urn:microsoft.com/office/officeart/2005/8/layout/hProcess9"/>
    <dgm:cxn modelId="{2A7744EC-F520-447A-A502-FE6856C360F3}" type="presParOf" srcId="{038E30EA-CDC1-44C8-8FD2-3B991EB15B7A}" destId="{271630D0-7F6F-41D3-9DAE-712789F37E09}" srcOrd="9" destOrd="0" presId="urn:microsoft.com/office/officeart/2005/8/layout/hProcess9"/>
    <dgm:cxn modelId="{D0BD16FB-1014-471E-B0E4-313148A7826D}" type="presParOf" srcId="{038E30EA-CDC1-44C8-8FD2-3B991EB15B7A}" destId="{DA41D435-A1FB-4271-81FA-9DEC995E0E7C}" srcOrd="10" destOrd="0" presId="urn:microsoft.com/office/officeart/2005/8/layout/hProcess9"/>
    <dgm:cxn modelId="{21322FC2-C2BE-4F85-B901-D9B7FF02FF45}" type="presParOf" srcId="{038E30EA-CDC1-44C8-8FD2-3B991EB15B7A}" destId="{39BD2BA8-54C1-4E5D-9B62-D3337DAE80EB}" srcOrd="11" destOrd="0" presId="urn:microsoft.com/office/officeart/2005/8/layout/hProcess9"/>
    <dgm:cxn modelId="{34EECFEA-30AE-4EBB-A80A-C3ABFF49EE4D}" type="presParOf" srcId="{038E30EA-CDC1-44C8-8FD2-3B991EB15B7A}" destId="{7169181D-1075-49DE-BFE1-96B424A7EEC0}" srcOrd="12" destOrd="0" presId="urn:microsoft.com/office/officeart/2005/8/layout/hProcess9"/>
    <dgm:cxn modelId="{1E7E6263-E707-45F2-82A1-E0139D48B7B7}" type="presParOf" srcId="{038E30EA-CDC1-44C8-8FD2-3B991EB15B7A}" destId="{BD594E23-8220-40BF-B8C1-22F65D0E6AA9}" srcOrd="13" destOrd="0" presId="urn:microsoft.com/office/officeart/2005/8/layout/hProcess9"/>
    <dgm:cxn modelId="{28F8BDAF-0A0C-4BD0-8B2A-670A31CDD481}" type="presParOf" srcId="{038E30EA-CDC1-44C8-8FD2-3B991EB15B7A}" destId="{E669D63D-9C72-4585-A954-BDB494A0258C}" srcOrd="1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29A1C5-45A1-49D7-90C9-6E74A9A3D979}" type="doc">
      <dgm:prSet loTypeId="urn:microsoft.com/office/officeart/2005/8/layout/radial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3F843D81-A1B2-4E5E-B841-17965C091B7C}">
      <dgm:prSet phldrT="[Texte]" custT="1"/>
      <dgm:spPr>
        <a:solidFill>
          <a:srgbClr val="0BAFA8"/>
        </a:solidFill>
      </dgm:spPr>
      <dgm:t>
        <a:bodyPr/>
        <a:lstStyle/>
        <a:p>
          <a:pPr algn="ctr"/>
          <a:r>
            <a:rPr lang="fr-FR" sz="1400" b="1" dirty="0" smtClean="0"/>
            <a:t>Mise en place de la gouvernance</a:t>
          </a:r>
        </a:p>
      </dgm:t>
    </dgm:pt>
    <dgm:pt modelId="{D028E19A-7998-4594-AB83-DD42A14BDBBA}" type="parTrans" cxnId="{812BE81B-932B-40B2-B19F-5433DC0402FE}">
      <dgm:prSet/>
      <dgm:spPr/>
      <dgm:t>
        <a:bodyPr/>
        <a:lstStyle/>
        <a:p>
          <a:endParaRPr lang="fr-FR"/>
        </a:p>
      </dgm:t>
    </dgm:pt>
    <dgm:pt modelId="{4C8F7828-8BC4-495E-B786-37361CA7B91B}" type="sibTrans" cxnId="{812BE81B-932B-40B2-B19F-5433DC0402FE}">
      <dgm:prSet/>
      <dgm:spPr/>
      <dgm:t>
        <a:bodyPr/>
        <a:lstStyle/>
        <a:p>
          <a:endParaRPr lang="fr-FR"/>
        </a:p>
      </dgm:t>
    </dgm:pt>
    <dgm:pt modelId="{5A304252-F81C-4F74-8FD7-1E0728330DC1}">
      <dgm:prSet phldrT="[Texte]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fr-FR" dirty="0" smtClean="0"/>
            <a:t>LUMEN</a:t>
          </a:r>
          <a:endParaRPr lang="fr-FR" dirty="0"/>
        </a:p>
      </dgm:t>
    </dgm:pt>
    <dgm:pt modelId="{A6448FA3-4AE4-4171-8DD5-5FD474CEFC61}" type="sibTrans" cxnId="{FB31DCAD-9CC2-43CC-BC4B-20D6DCC0937C}">
      <dgm:prSet/>
      <dgm:spPr/>
      <dgm:t>
        <a:bodyPr/>
        <a:lstStyle/>
        <a:p>
          <a:endParaRPr lang="fr-FR"/>
        </a:p>
      </dgm:t>
    </dgm:pt>
    <dgm:pt modelId="{C0B079A0-12C0-4D19-BD26-2AAEE219FA07}" type="parTrans" cxnId="{FB31DCAD-9CC2-43CC-BC4B-20D6DCC0937C}">
      <dgm:prSet/>
      <dgm:spPr/>
      <dgm:t>
        <a:bodyPr/>
        <a:lstStyle/>
        <a:p>
          <a:endParaRPr lang="fr-FR"/>
        </a:p>
      </dgm:t>
    </dgm:pt>
    <dgm:pt modelId="{03E8F0AF-4546-4F2D-88E5-A421F886A4B0}">
      <dgm:prSet phldrT="[Texte]"/>
      <dgm:spPr>
        <a:solidFill>
          <a:srgbClr val="0BAFA8"/>
        </a:solidFill>
      </dgm:spPr>
      <dgm:t>
        <a:bodyPr/>
        <a:lstStyle/>
        <a:p>
          <a:r>
            <a:rPr lang="fr-FR" b="1" dirty="0" smtClean="0"/>
            <a:t>Plan de mise en place de statistiques prédictives</a:t>
          </a:r>
        </a:p>
      </dgm:t>
    </dgm:pt>
    <dgm:pt modelId="{09AA291E-A931-4EE2-8C95-3C8FE2FFD164}" type="parTrans" cxnId="{C8154F34-EABD-4DC3-B699-3F176586A3F4}">
      <dgm:prSet/>
      <dgm:spPr/>
      <dgm:t>
        <a:bodyPr/>
        <a:lstStyle/>
        <a:p>
          <a:endParaRPr lang="fr-FR"/>
        </a:p>
      </dgm:t>
    </dgm:pt>
    <dgm:pt modelId="{BD9BFDCB-FF20-442E-83F5-656940862747}" type="sibTrans" cxnId="{C8154F34-EABD-4DC3-B699-3F176586A3F4}">
      <dgm:prSet/>
      <dgm:spPr/>
      <dgm:t>
        <a:bodyPr/>
        <a:lstStyle/>
        <a:p>
          <a:endParaRPr lang="fr-FR"/>
        </a:p>
      </dgm:t>
    </dgm:pt>
    <dgm:pt modelId="{86C4DEC6-77DD-40F4-9137-620E33D57DC6}">
      <dgm:prSet phldrT="[Texte]"/>
      <dgm:spPr>
        <a:solidFill>
          <a:srgbClr val="0BAFA8"/>
        </a:solidFill>
      </dgm:spPr>
      <dgm:t>
        <a:bodyPr/>
        <a:lstStyle/>
        <a:p>
          <a:r>
            <a:rPr lang="fr-FR" b="1" smtClean="0"/>
            <a:t>Extension du réseau LUMEN</a:t>
          </a:r>
          <a:endParaRPr lang="fr-FR" b="1" dirty="0" smtClean="0"/>
        </a:p>
      </dgm:t>
    </dgm:pt>
    <dgm:pt modelId="{DECDCF88-5484-43E5-85F2-D2BC409C04C8}" type="parTrans" cxnId="{A92231BF-E677-4508-BB4F-8E8A0B1CFB3B}">
      <dgm:prSet/>
      <dgm:spPr/>
      <dgm:t>
        <a:bodyPr/>
        <a:lstStyle/>
        <a:p>
          <a:endParaRPr lang="fr-FR"/>
        </a:p>
      </dgm:t>
    </dgm:pt>
    <dgm:pt modelId="{7FE12945-6351-41AD-A9C1-F4074698CCC0}" type="sibTrans" cxnId="{A92231BF-E677-4508-BB4F-8E8A0B1CFB3B}">
      <dgm:prSet/>
      <dgm:spPr/>
      <dgm:t>
        <a:bodyPr/>
        <a:lstStyle/>
        <a:p>
          <a:endParaRPr lang="fr-FR"/>
        </a:p>
      </dgm:t>
    </dgm:pt>
    <dgm:pt modelId="{BAF2EE65-6BE1-449C-95F0-9208BCC4DCFF}">
      <dgm:prSet phldrT="[Texte]"/>
      <dgm:spPr>
        <a:solidFill>
          <a:srgbClr val="0BAFA8"/>
        </a:solidFill>
      </dgm:spPr>
      <dgm:t>
        <a:bodyPr/>
        <a:lstStyle/>
        <a:p>
          <a:r>
            <a:rPr lang="fr-FR" b="1" dirty="0" smtClean="0"/>
            <a:t>Données nominatives</a:t>
          </a:r>
        </a:p>
        <a:p>
          <a:r>
            <a:rPr lang="fr-FR" dirty="0" smtClean="0"/>
            <a:t>- Qualité++</a:t>
          </a:r>
        </a:p>
        <a:p>
          <a:r>
            <a:rPr lang="fr-FR" dirty="0" smtClean="0"/>
            <a:t>- Interopérabilité  (i.e. SNIIRAM)</a:t>
          </a:r>
          <a:endParaRPr lang="fr-FR" b="1" dirty="0" smtClean="0"/>
        </a:p>
      </dgm:t>
    </dgm:pt>
    <dgm:pt modelId="{0DE2974F-E7B9-4E13-92EB-C65CFE2D1A38}" type="parTrans" cxnId="{5F58A68A-A544-49A0-B779-0342DD0F9808}">
      <dgm:prSet/>
      <dgm:spPr/>
      <dgm:t>
        <a:bodyPr/>
        <a:lstStyle/>
        <a:p>
          <a:endParaRPr lang="fr-FR"/>
        </a:p>
      </dgm:t>
    </dgm:pt>
    <dgm:pt modelId="{EBC9AA05-D685-45EF-9FED-0CEAA0B1321F}" type="sibTrans" cxnId="{5F58A68A-A544-49A0-B779-0342DD0F9808}">
      <dgm:prSet/>
      <dgm:spPr/>
      <dgm:t>
        <a:bodyPr/>
        <a:lstStyle/>
        <a:p>
          <a:endParaRPr lang="fr-FR"/>
        </a:p>
      </dgm:t>
    </dgm:pt>
    <dgm:pt modelId="{8FABB6DD-7BD3-4C18-9FC7-A7F5145D68F4}">
      <dgm:prSet phldrT="[Texte]"/>
      <dgm:spPr>
        <a:solidFill>
          <a:srgbClr val="0BAFA8"/>
        </a:solidFill>
      </dgm:spPr>
      <dgm:t>
        <a:bodyPr/>
        <a:lstStyle/>
        <a:p>
          <a:endParaRPr lang="fr-FR" b="0" dirty="0" smtClean="0"/>
        </a:p>
      </dgm:t>
    </dgm:pt>
    <dgm:pt modelId="{54115235-4FD2-4C74-9388-4765BC1CAC48}" type="parTrans" cxnId="{73B0C412-13FB-41C9-8775-0F60D33BC5D6}">
      <dgm:prSet/>
      <dgm:spPr/>
      <dgm:t>
        <a:bodyPr/>
        <a:lstStyle/>
        <a:p>
          <a:endParaRPr lang="fr-FR"/>
        </a:p>
      </dgm:t>
    </dgm:pt>
    <dgm:pt modelId="{563CBCDA-6F84-4789-8780-4CCFA99B007C}" type="sibTrans" cxnId="{73B0C412-13FB-41C9-8775-0F60D33BC5D6}">
      <dgm:prSet/>
      <dgm:spPr/>
      <dgm:t>
        <a:bodyPr/>
        <a:lstStyle/>
        <a:p>
          <a:endParaRPr lang="fr-FR"/>
        </a:p>
      </dgm:t>
    </dgm:pt>
    <dgm:pt modelId="{6E0EF518-12AC-4E04-8D59-7B7BEB1D46ED}">
      <dgm:prSet phldrT="[Texte]"/>
      <dgm:spPr>
        <a:solidFill>
          <a:srgbClr val="0BAFA8"/>
        </a:solidFill>
      </dgm:spPr>
      <dgm:t>
        <a:bodyPr/>
        <a:lstStyle/>
        <a:p>
          <a:r>
            <a:rPr lang="fr-FR" b="1" smtClean="0"/>
            <a:t>Incorporation d’Images  </a:t>
          </a:r>
        </a:p>
        <a:p>
          <a:r>
            <a:rPr lang="fr-FR" smtClean="0"/>
            <a:t>(Machine Learning)</a:t>
          </a:r>
          <a:endParaRPr lang="fr-FR" b="1" dirty="0" smtClean="0"/>
        </a:p>
      </dgm:t>
    </dgm:pt>
    <dgm:pt modelId="{23AC71A2-CB0D-485B-A5F8-668564665DE0}" type="parTrans" cxnId="{D3B8F705-A39D-4A2B-86EA-D3D657377150}">
      <dgm:prSet/>
      <dgm:spPr/>
      <dgm:t>
        <a:bodyPr/>
        <a:lstStyle/>
        <a:p>
          <a:endParaRPr lang="fr-FR"/>
        </a:p>
      </dgm:t>
    </dgm:pt>
    <dgm:pt modelId="{143A238E-E7D1-4C3D-828E-35A5E574C4F8}" type="sibTrans" cxnId="{D3B8F705-A39D-4A2B-86EA-D3D657377150}">
      <dgm:prSet/>
      <dgm:spPr/>
      <dgm:t>
        <a:bodyPr/>
        <a:lstStyle/>
        <a:p>
          <a:endParaRPr lang="fr-FR"/>
        </a:p>
      </dgm:t>
    </dgm:pt>
    <dgm:pt modelId="{ED5530B4-631A-4BFE-B1AD-CBFC84F234A7}" type="pres">
      <dgm:prSet presAssocID="{2229A1C5-45A1-49D7-90C9-6E74A9A3D979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B800EAE4-4375-4BBA-AE45-BEA72B6D8ABE}" type="pres">
      <dgm:prSet presAssocID="{5A304252-F81C-4F74-8FD7-1E0728330DC1}" presName="centerShape" presStyleLbl="node0" presStyleIdx="0" presStyleCnt="1" custScaleX="63381" custScaleY="63381"/>
      <dgm:spPr/>
      <dgm:t>
        <a:bodyPr/>
        <a:lstStyle/>
        <a:p>
          <a:endParaRPr lang="fr-FR"/>
        </a:p>
      </dgm:t>
    </dgm:pt>
    <dgm:pt modelId="{DCE12510-3F2E-413C-AA3C-452423E15A5F}" type="pres">
      <dgm:prSet presAssocID="{3F843D81-A1B2-4E5E-B841-17965C091B7C}" presName="node" presStyleLbl="node1" presStyleIdx="0" presStyleCnt="5" custScaleX="142949" custScaleY="142948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9222546-F034-4F34-AD4C-548E1BE7BE00}" type="pres">
      <dgm:prSet presAssocID="{3F843D81-A1B2-4E5E-B841-17965C091B7C}" presName="dummy" presStyleCnt="0"/>
      <dgm:spPr/>
    </dgm:pt>
    <dgm:pt modelId="{0DB0E29A-1DB2-4FDE-984C-35C1E6DE5218}" type="pres">
      <dgm:prSet presAssocID="{4C8F7828-8BC4-495E-B786-37361CA7B91B}" presName="sibTrans" presStyleLbl="sibTrans2D1" presStyleIdx="0" presStyleCnt="5"/>
      <dgm:spPr/>
      <dgm:t>
        <a:bodyPr/>
        <a:lstStyle/>
        <a:p>
          <a:endParaRPr lang="fr-FR"/>
        </a:p>
      </dgm:t>
    </dgm:pt>
    <dgm:pt modelId="{06DD2CAB-FFA6-4628-9D97-EA84843A8DD2}" type="pres">
      <dgm:prSet presAssocID="{86C4DEC6-77DD-40F4-9137-620E33D57DC6}" presName="node" presStyleLbl="node1" presStyleIdx="1" presStyleCnt="5" custScaleX="118209" custScaleY="118209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535B7E3-E08A-4DCB-A0AB-0F7C8E174789}" type="pres">
      <dgm:prSet presAssocID="{86C4DEC6-77DD-40F4-9137-620E33D57DC6}" presName="dummy" presStyleCnt="0"/>
      <dgm:spPr/>
    </dgm:pt>
    <dgm:pt modelId="{CA8B314B-1FA6-4FF0-A868-8EE350181AE6}" type="pres">
      <dgm:prSet presAssocID="{7FE12945-6351-41AD-A9C1-F4074698CCC0}" presName="sibTrans" presStyleLbl="sibTrans2D1" presStyleIdx="1" presStyleCnt="5"/>
      <dgm:spPr/>
      <dgm:t>
        <a:bodyPr/>
        <a:lstStyle/>
        <a:p>
          <a:endParaRPr lang="fr-FR"/>
        </a:p>
      </dgm:t>
    </dgm:pt>
    <dgm:pt modelId="{7AEF1D8B-8EA3-422C-90A1-3C44CCBD5DE7}" type="pres">
      <dgm:prSet presAssocID="{03E8F0AF-4546-4F2D-88E5-A421F886A4B0}" presName="node" presStyleLbl="node1" presStyleIdx="2" presStyleCnt="5" custScaleX="121848" custScaleY="127697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7B133FD-846E-4B66-9E44-6EE5BEB9CCCD}" type="pres">
      <dgm:prSet presAssocID="{03E8F0AF-4546-4F2D-88E5-A421F886A4B0}" presName="dummy" presStyleCnt="0"/>
      <dgm:spPr/>
    </dgm:pt>
    <dgm:pt modelId="{BB0F0400-04A9-4AAB-A96C-1910279AC357}" type="pres">
      <dgm:prSet presAssocID="{BD9BFDCB-FF20-442E-83F5-656940862747}" presName="sibTrans" presStyleLbl="sibTrans2D1" presStyleIdx="2" presStyleCnt="5"/>
      <dgm:spPr/>
      <dgm:t>
        <a:bodyPr/>
        <a:lstStyle/>
        <a:p>
          <a:endParaRPr lang="fr-FR"/>
        </a:p>
      </dgm:t>
    </dgm:pt>
    <dgm:pt modelId="{CC7B1534-6E0A-4C89-BFB4-0EE1BA269E6E}" type="pres">
      <dgm:prSet presAssocID="{6E0EF518-12AC-4E04-8D59-7B7BEB1D46ED}" presName="node" presStyleLbl="node1" presStyleIdx="3" presStyleCnt="5" custScaleX="142692" custScaleY="142692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D3871E1-0B57-44B6-82F6-69584530E14C}" type="pres">
      <dgm:prSet presAssocID="{6E0EF518-12AC-4E04-8D59-7B7BEB1D46ED}" presName="dummy" presStyleCnt="0"/>
      <dgm:spPr/>
    </dgm:pt>
    <dgm:pt modelId="{B5073AC3-DCF4-4548-8761-C8FBC17CC562}" type="pres">
      <dgm:prSet presAssocID="{143A238E-E7D1-4C3D-828E-35A5E574C4F8}" presName="sibTrans" presStyleLbl="sibTrans2D1" presStyleIdx="3" presStyleCnt="5"/>
      <dgm:spPr/>
      <dgm:t>
        <a:bodyPr/>
        <a:lstStyle/>
        <a:p>
          <a:endParaRPr lang="fr-FR"/>
        </a:p>
      </dgm:t>
    </dgm:pt>
    <dgm:pt modelId="{28479277-D549-4E1B-843B-7504C862AE8C}" type="pres">
      <dgm:prSet presAssocID="{BAF2EE65-6BE1-449C-95F0-9208BCC4DCFF}" presName="node" presStyleLbl="node1" presStyleIdx="4" presStyleCnt="5" custScaleX="141558" custScaleY="141558" custRadScaleRad="100014" custRadScaleInc="393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2EB4AE2-22D0-4B9A-BA00-686CF3CC9B5A}" type="pres">
      <dgm:prSet presAssocID="{BAF2EE65-6BE1-449C-95F0-9208BCC4DCFF}" presName="dummy" presStyleCnt="0"/>
      <dgm:spPr/>
    </dgm:pt>
    <dgm:pt modelId="{F77C7EA6-DF71-492C-BCB8-8A1838E30CBE}" type="pres">
      <dgm:prSet presAssocID="{EBC9AA05-D685-45EF-9FED-0CEAA0B1321F}" presName="sibTrans" presStyleLbl="sibTrans2D1" presStyleIdx="4" presStyleCnt="5"/>
      <dgm:spPr/>
      <dgm:t>
        <a:bodyPr/>
        <a:lstStyle/>
        <a:p>
          <a:endParaRPr lang="fr-FR"/>
        </a:p>
      </dgm:t>
    </dgm:pt>
  </dgm:ptLst>
  <dgm:cxnLst>
    <dgm:cxn modelId="{5F58A68A-A544-49A0-B779-0342DD0F9808}" srcId="{5A304252-F81C-4F74-8FD7-1E0728330DC1}" destId="{BAF2EE65-6BE1-449C-95F0-9208BCC4DCFF}" srcOrd="4" destOrd="0" parTransId="{0DE2974F-E7B9-4E13-92EB-C65CFE2D1A38}" sibTransId="{EBC9AA05-D685-45EF-9FED-0CEAA0B1321F}"/>
    <dgm:cxn modelId="{7EA3C291-EA66-4DDB-9C86-B2D406416201}" type="presOf" srcId="{3F843D81-A1B2-4E5E-B841-17965C091B7C}" destId="{DCE12510-3F2E-413C-AA3C-452423E15A5F}" srcOrd="0" destOrd="0" presId="urn:microsoft.com/office/officeart/2005/8/layout/radial6"/>
    <dgm:cxn modelId="{31BD5F59-31D1-4480-8912-62300E029240}" type="presOf" srcId="{EBC9AA05-D685-45EF-9FED-0CEAA0B1321F}" destId="{F77C7EA6-DF71-492C-BCB8-8A1838E30CBE}" srcOrd="0" destOrd="0" presId="urn:microsoft.com/office/officeart/2005/8/layout/radial6"/>
    <dgm:cxn modelId="{5C65E46B-D33F-4953-A149-B6B305677FA9}" type="presOf" srcId="{7FE12945-6351-41AD-A9C1-F4074698CCC0}" destId="{CA8B314B-1FA6-4FF0-A868-8EE350181AE6}" srcOrd="0" destOrd="0" presId="urn:microsoft.com/office/officeart/2005/8/layout/radial6"/>
    <dgm:cxn modelId="{C8154F34-EABD-4DC3-B699-3F176586A3F4}" srcId="{5A304252-F81C-4F74-8FD7-1E0728330DC1}" destId="{03E8F0AF-4546-4F2D-88E5-A421F886A4B0}" srcOrd="2" destOrd="0" parTransId="{09AA291E-A931-4EE2-8C95-3C8FE2FFD164}" sibTransId="{BD9BFDCB-FF20-442E-83F5-656940862747}"/>
    <dgm:cxn modelId="{73B0C412-13FB-41C9-8775-0F60D33BC5D6}" srcId="{2229A1C5-45A1-49D7-90C9-6E74A9A3D979}" destId="{8FABB6DD-7BD3-4C18-9FC7-A7F5145D68F4}" srcOrd="1" destOrd="0" parTransId="{54115235-4FD2-4C74-9388-4765BC1CAC48}" sibTransId="{563CBCDA-6F84-4789-8780-4CCFA99B007C}"/>
    <dgm:cxn modelId="{73707C85-FA4A-4DD2-9695-2DBD175CA770}" type="presOf" srcId="{03E8F0AF-4546-4F2D-88E5-A421F886A4B0}" destId="{7AEF1D8B-8EA3-422C-90A1-3C44CCBD5DE7}" srcOrd="0" destOrd="0" presId="urn:microsoft.com/office/officeart/2005/8/layout/radial6"/>
    <dgm:cxn modelId="{A5C84AD4-023E-4CD5-AF09-B1CAF929F38A}" type="presOf" srcId="{4C8F7828-8BC4-495E-B786-37361CA7B91B}" destId="{0DB0E29A-1DB2-4FDE-984C-35C1E6DE5218}" srcOrd="0" destOrd="0" presId="urn:microsoft.com/office/officeart/2005/8/layout/radial6"/>
    <dgm:cxn modelId="{D735839C-1B47-4D2E-954F-9252C90CCCC9}" type="presOf" srcId="{BAF2EE65-6BE1-449C-95F0-9208BCC4DCFF}" destId="{28479277-D549-4E1B-843B-7504C862AE8C}" srcOrd="0" destOrd="0" presId="urn:microsoft.com/office/officeart/2005/8/layout/radial6"/>
    <dgm:cxn modelId="{D3B8F705-A39D-4A2B-86EA-D3D657377150}" srcId="{5A304252-F81C-4F74-8FD7-1E0728330DC1}" destId="{6E0EF518-12AC-4E04-8D59-7B7BEB1D46ED}" srcOrd="3" destOrd="0" parTransId="{23AC71A2-CB0D-485B-A5F8-668564665DE0}" sibTransId="{143A238E-E7D1-4C3D-828E-35A5E574C4F8}"/>
    <dgm:cxn modelId="{98A6E85F-E89F-483F-9E9A-23132810A5EB}" type="presOf" srcId="{5A304252-F81C-4F74-8FD7-1E0728330DC1}" destId="{B800EAE4-4375-4BBA-AE45-BEA72B6D8ABE}" srcOrd="0" destOrd="0" presId="urn:microsoft.com/office/officeart/2005/8/layout/radial6"/>
    <dgm:cxn modelId="{FB31DCAD-9CC2-43CC-BC4B-20D6DCC0937C}" srcId="{2229A1C5-45A1-49D7-90C9-6E74A9A3D979}" destId="{5A304252-F81C-4F74-8FD7-1E0728330DC1}" srcOrd="0" destOrd="0" parTransId="{C0B079A0-12C0-4D19-BD26-2AAEE219FA07}" sibTransId="{A6448FA3-4AE4-4171-8DD5-5FD474CEFC61}"/>
    <dgm:cxn modelId="{372E73AE-E601-4503-9EA6-87F117188770}" type="presOf" srcId="{143A238E-E7D1-4C3D-828E-35A5E574C4F8}" destId="{B5073AC3-DCF4-4548-8761-C8FBC17CC562}" srcOrd="0" destOrd="0" presId="urn:microsoft.com/office/officeart/2005/8/layout/radial6"/>
    <dgm:cxn modelId="{6E87F026-2014-45B7-AF2D-770D42CB7345}" type="presOf" srcId="{86C4DEC6-77DD-40F4-9137-620E33D57DC6}" destId="{06DD2CAB-FFA6-4628-9D97-EA84843A8DD2}" srcOrd="0" destOrd="0" presId="urn:microsoft.com/office/officeart/2005/8/layout/radial6"/>
    <dgm:cxn modelId="{812BE81B-932B-40B2-B19F-5433DC0402FE}" srcId="{5A304252-F81C-4F74-8FD7-1E0728330DC1}" destId="{3F843D81-A1B2-4E5E-B841-17965C091B7C}" srcOrd="0" destOrd="0" parTransId="{D028E19A-7998-4594-AB83-DD42A14BDBBA}" sibTransId="{4C8F7828-8BC4-495E-B786-37361CA7B91B}"/>
    <dgm:cxn modelId="{A92231BF-E677-4508-BB4F-8E8A0B1CFB3B}" srcId="{5A304252-F81C-4F74-8FD7-1E0728330DC1}" destId="{86C4DEC6-77DD-40F4-9137-620E33D57DC6}" srcOrd="1" destOrd="0" parTransId="{DECDCF88-5484-43E5-85F2-D2BC409C04C8}" sibTransId="{7FE12945-6351-41AD-A9C1-F4074698CCC0}"/>
    <dgm:cxn modelId="{0D524B07-A260-4A47-AD7D-C7B7AE317F09}" type="presOf" srcId="{BD9BFDCB-FF20-442E-83F5-656940862747}" destId="{BB0F0400-04A9-4AAB-A96C-1910279AC357}" srcOrd="0" destOrd="0" presId="urn:microsoft.com/office/officeart/2005/8/layout/radial6"/>
    <dgm:cxn modelId="{5B2F6BC0-E357-4DAF-951D-0DA5A7A3F406}" type="presOf" srcId="{2229A1C5-45A1-49D7-90C9-6E74A9A3D979}" destId="{ED5530B4-631A-4BFE-B1AD-CBFC84F234A7}" srcOrd="0" destOrd="0" presId="urn:microsoft.com/office/officeart/2005/8/layout/radial6"/>
    <dgm:cxn modelId="{96843354-6001-45AF-B33C-BE5742A3BE94}" type="presOf" srcId="{6E0EF518-12AC-4E04-8D59-7B7BEB1D46ED}" destId="{CC7B1534-6E0A-4C89-BFB4-0EE1BA269E6E}" srcOrd="0" destOrd="0" presId="urn:microsoft.com/office/officeart/2005/8/layout/radial6"/>
    <dgm:cxn modelId="{BAD7B4B9-1ED7-4192-B026-9B2C0C709BDE}" type="presParOf" srcId="{ED5530B4-631A-4BFE-B1AD-CBFC84F234A7}" destId="{B800EAE4-4375-4BBA-AE45-BEA72B6D8ABE}" srcOrd="0" destOrd="0" presId="urn:microsoft.com/office/officeart/2005/8/layout/radial6"/>
    <dgm:cxn modelId="{395435CB-5800-4DA6-842C-47F6B0F130E6}" type="presParOf" srcId="{ED5530B4-631A-4BFE-B1AD-CBFC84F234A7}" destId="{DCE12510-3F2E-413C-AA3C-452423E15A5F}" srcOrd="1" destOrd="0" presId="urn:microsoft.com/office/officeart/2005/8/layout/radial6"/>
    <dgm:cxn modelId="{BD3F313D-B718-4771-B1A9-5FED64479FF2}" type="presParOf" srcId="{ED5530B4-631A-4BFE-B1AD-CBFC84F234A7}" destId="{89222546-F034-4F34-AD4C-548E1BE7BE00}" srcOrd="2" destOrd="0" presId="urn:microsoft.com/office/officeart/2005/8/layout/radial6"/>
    <dgm:cxn modelId="{96E902A3-ADD7-425E-A5F4-BFB096FFC5CA}" type="presParOf" srcId="{ED5530B4-631A-4BFE-B1AD-CBFC84F234A7}" destId="{0DB0E29A-1DB2-4FDE-984C-35C1E6DE5218}" srcOrd="3" destOrd="0" presId="urn:microsoft.com/office/officeart/2005/8/layout/radial6"/>
    <dgm:cxn modelId="{3AB13176-2295-4F4A-A3D9-04666F6930B3}" type="presParOf" srcId="{ED5530B4-631A-4BFE-B1AD-CBFC84F234A7}" destId="{06DD2CAB-FFA6-4628-9D97-EA84843A8DD2}" srcOrd="4" destOrd="0" presId="urn:microsoft.com/office/officeart/2005/8/layout/radial6"/>
    <dgm:cxn modelId="{A6EE215A-7693-4D30-8623-88F0D092114D}" type="presParOf" srcId="{ED5530B4-631A-4BFE-B1AD-CBFC84F234A7}" destId="{8535B7E3-E08A-4DCB-A0AB-0F7C8E174789}" srcOrd="5" destOrd="0" presId="urn:microsoft.com/office/officeart/2005/8/layout/radial6"/>
    <dgm:cxn modelId="{E81C3DB2-D67E-4923-BA21-C35CECB57DC2}" type="presParOf" srcId="{ED5530B4-631A-4BFE-B1AD-CBFC84F234A7}" destId="{CA8B314B-1FA6-4FF0-A868-8EE350181AE6}" srcOrd="6" destOrd="0" presId="urn:microsoft.com/office/officeart/2005/8/layout/radial6"/>
    <dgm:cxn modelId="{CD055B4C-7F58-431F-A59E-3CBEDF7D8F9C}" type="presParOf" srcId="{ED5530B4-631A-4BFE-B1AD-CBFC84F234A7}" destId="{7AEF1D8B-8EA3-422C-90A1-3C44CCBD5DE7}" srcOrd="7" destOrd="0" presId="urn:microsoft.com/office/officeart/2005/8/layout/radial6"/>
    <dgm:cxn modelId="{7FA72265-4CBF-483B-8200-1FEE083FD422}" type="presParOf" srcId="{ED5530B4-631A-4BFE-B1AD-CBFC84F234A7}" destId="{17B133FD-846E-4B66-9E44-6EE5BEB9CCCD}" srcOrd="8" destOrd="0" presId="urn:microsoft.com/office/officeart/2005/8/layout/radial6"/>
    <dgm:cxn modelId="{DE411E6C-86F1-4301-8339-BDC80CDE7435}" type="presParOf" srcId="{ED5530B4-631A-4BFE-B1AD-CBFC84F234A7}" destId="{BB0F0400-04A9-4AAB-A96C-1910279AC357}" srcOrd="9" destOrd="0" presId="urn:microsoft.com/office/officeart/2005/8/layout/radial6"/>
    <dgm:cxn modelId="{0AA62590-A44F-4461-9B44-77A44B3CAF19}" type="presParOf" srcId="{ED5530B4-631A-4BFE-B1AD-CBFC84F234A7}" destId="{CC7B1534-6E0A-4C89-BFB4-0EE1BA269E6E}" srcOrd="10" destOrd="0" presId="urn:microsoft.com/office/officeart/2005/8/layout/radial6"/>
    <dgm:cxn modelId="{D834ED1B-41A1-438E-ACBF-953E85B6A36A}" type="presParOf" srcId="{ED5530B4-631A-4BFE-B1AD-CBFC84F234A7}" destId="{BD3871E1-0B57-44B6-82F6-69584530E14C}" srcOrd="11" destOrd="0" presId="urn:microsoft.com/office/officeart/2005/8/layout/radial6"/>
    <dgm:cxn modelId="{7BFE4734-4B96-4A62-ACC0-088E0FA2A46B}" type="presParOf" srcId="{ED5530B4-631A-4BFE-B1AD-CBFC84F234A7}" destId="{B5073AC3-DCF4-4548-8761-C8FBC17CC562}" srcOrd="12" destOrd="0" presId="urn:microsoft.com/office/officeart/2005/8/layout/radial6"/>
    <dgm:cxn modelId="{EDDAE90C-9CF0-4B9F-B7B8-18B57D190A49}" type="presParOf" srcId="{ED5530B4-631A-4BFE-B1AD-CBFC84F234A7}" destId="{28479277-D549-4E1B-843B-7504C862AE8C}" srcOrd="13" destOrd="0" presId="urn:microsoft.com/office/officeart/2005/8/layout/radial6"/>
    <dgm:cxn modelId="{37980FD1-3B2B-49FC-8E50-964BB8FB828D}" type="presParOf" srcId="{ED5530B4-631A-4BFE-B1AD-CBFC84F234A7}" destId="{62EB4AE2-22D0-4B9A-BA00-686CF3CC9B5A}" srcOrd="14" destOrd="0" presId="urn:microsoft.com/office/officeart/2005/8/layout/radial6"/>
    <dgm:cxn modelId="{69034229-92E2-4444-86EA-D50F6C40D934}" type="presParOf" srcId="{ED5530B4-631A-4BFE-B1AD-CBFC84F234A7}" destId="{F77C7EA6-DF71-492C-BCB8-8A1838E30CBE}" srcOrd="15" destOrd="0" presId="urn:microsoft.com/office/officeart/2005/8/layout/radial6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B89308-2F9E-4DA2-BB6B-942678B8EAFC}">
      <dsp:nvSpPr>
        <dsp:cNvPr id="0" name=""/>
        <dsp:cNvSpPr/>
      </dsp:nvSpPr>
      <dsp:spPr>
        <a:xfrm>
          <a:off x="665987" y="0"/>
          <a:ext cx="7547864" cy="4592320"/>
        </a:xfrm>
        <a:prstGeom prst="rightArrow">
          <a:avLst/>
        </a:prstGeom>
        <a:solidFill>
          <a:srgbClr val="CCECF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3ED926-8E9E-48A3-9A58-802D070C49F8}">
      <dsp:nvSpPr>
        <dsp:cNvPr id="0" name=""/>
        <dsp:cNvSpPr/>
      </dsp:nvSpPr>
      <dsp:spPr>
        <a:xfrm>
          <a:off x="3455" y="1377696"/>
          <a:ext cx="839534" cy="1836928"/>
        </a:xfrm>
        <a:prstGeom prst="roundRect">
          <a:avLst/>
        </a:prstGeom>
        <a:solidFill>
          <a:srgbClr val="92D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050" kern="1200" dirty="0" smtClean="0">
              <a:solidFill>
                <a:schemeClr val="tx1"/>
              </a:solidFill>
            </a:rPr>
            <a:t>Structure DB définie</a:t>
          </a:r>
          <a:endParaRPr lang="fr-FR" sz="1050" kern="1200" dirty="0">
            <a:solidFill>
              <a:schemeClr val="tx1"/>
            </a:solidFill>
          </a:endParaRPr>
        </a:p>
      </dsp:txBody>
      <dsp:txXfrm>
        <a:off x="44438" y="1418679"/>
        <a:ext cx="757568" cy="1754962"/>
      </dsp:txXfrm>
    </dsp:sp>
    <dsp:sp modelId="{601DF491-4BE2-4FDF-8370-921BDE0814F8}">
      <dsp:nvSpPr>
        <dsp:cNvPr id="0" name=""/>
        <dsp:cNvSpPr/>
      </dsp:nvSpPr>
      <dsp:spPr>
        <a:xfrm>
          <a:off x="886953" y="1377696"/>
          <a:ext cx="912962" cy="1836928"/>
        </a:xfrm>
        <a:prstGeom prst="roundRect">
          <a:avLst/>
        </a:prstGeom>
        <a:solidFill>
          <a:srgbClr val="92D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050" kern="1200" dirty="0" smtClean="0">
              <a:solidFill>
                <a:schemeClr val="tx1"/>
              </a:solidFill>
            </a:rPr>
            <a:t>Formulaires optimisés</a:t>
          </a:r>
        </a:p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050" kern="1200" dirty="0" smtClean="0">
              <a:solidFill>
                <a:schemeClr val="tx1"/>
              </a:solidFill>
            </a:rPr>
            <a:t>aux 15-20</a:t>
          </a:r>
          <a:endParaRPr lang="fr-FR" sz="1050" kern="1200" dirty="0">
            <a:solidFill>
              <a:schemeClr val="tx1"/>
            </a:solidFill>
          </a:endParaRPr>
        </a:p>
      </dsp:txBody>
      <dsp:txXfrm>
        <a:off x="931520" y="1422263"/>
        <a:ext cx="823828" cy="1747794"/>
      </dsp:txXfrm>
    </dsp:sp>
    <dsp:sp modelId="{39593D75-65C1-4225-A857-422DC84C92F4}">
      <dsp:nvSpPr>
        <dsp:cNvPr id="0" name=""/>
        <dsp:cNvSpPr/>
      </dsp:nvSpPr>
      <dsp:spPr>
        <a:xfrm>
          <a:off x="1835017" y="1377696"/>
          <a:ext cx="1403456" cy="1836928"/>
        </a:xfrm>
        <a:prstGeom prst="roundRect">
          <a:avLst/>
        </a:prstGeom>
        <a:solidFill>
          <a:srgbClr val="92D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050" kern="1200" dirty="0" smtClean="0">
              <a:solidFill>
                <a:schemeClr val="tx1"/>
              </a:solidFill>
            </a:rPr>
            <a:t>Dossier CPP en cours de validation par le promoteur avant envoi (fin du mois)</a:t>
          </a:r>
          <a:endParaRPr lang="fr-FR" sz="1050" kern="1200" dirty="0">
            <a:solidFill>
              <a:schemeClr val="tx1"/>
            </a:solidFill>
          </a:endParaRPr>
        </a:p>
      </dsp:txBody>
      <dsp:txXfrm>
        <a:off x="1903528" y="1446207"/>
        <a:ext cx="1266434" cy="1699906"/>
      </dsp:txXfrm>
    </dsp:sp>
    <dsp:sp modelId="{3DA9796D-DA81-4AD7-8E08-DFCB683B8A7C}">
      <dsp:nvSpPr>
        <dsp:cNvPr id="0" name=""/>
        <dsp:cNvSpPr/>
      </dsp:nvSpPr>
      <dsp:spPr>
        <a:xfrm>
          <a:off x="3335411" y="1377696"/>
          <a:ext cx="962735" cy="1836928"/>
        </a:xfrm>
        <a:prstGeom prst="roundRect">
          <a:avLst/>
        </a:prstGeom>
        <a:solidFill>
          <a:srgbClr val="92D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050" kern="1200" dirty="0" smtClean="0">
              <a:solidFill>
                <a:schemeClr val="tx1"/>
              </a:solidFill>
            </a:rPr>
            <a:t>Procédure d’export par centre : établie</a:t>
          </a:r>
          <a:endParaRPr lang="fr-FR" sz="1050" kern="1200" dirty="0">
            <a:solidFill>
              <a:schemeClr val="tx1"/>
            </a:solidFill>
          </a:endParaRPr>
        </a:p>
      </dsp:txBody>
      <dsp:txXfrm>
        <a:off x="3382408" y="1424693"/>
        <a:ext cx="868741" cy="1742934"/>
      </dsp:txXfrm>
    </dsp:sp>
    <dsp:sp modelId="{B16045BF-7C45-4B02-B019-8B0F4B7A0EEA}">
      <dsp:nvSpPr>
        <dsp:cNvPr id="0" name=""/>
        <dsp:cNvSpPr/>
      </dsp:nvSpPr>
      <dsp:spPr>
        <a:xfrm>
          <a:off x="4340960" y="1377696"/>
          <a:ext cx="1448907" cy="1836928"/>
        </a:xfrm>
        <a:prstGeom prst="roundRect">
          <a:avLst/>
        </a:prstGeom>
        <a:solidFill>
          <a:srgbClr val="92D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050" kern="1200" dirty="0" smtClean="0">
              <a:solidFill>
                <a:schemeClr val="tx1"/>
              </a:solidFill>
            </a:rPr>
            <a:t>Formulaire DPI Softalmo en cours de développement pour 15-20 (Corilus)</a:t>
          </a:r>
          <a:endParaRPr lang="fr-FR" sz="1050" kern="1200" dirty="0">
            <a:solidFill>
              <a:schemeClr val="tx1"/>
            </a:solidFill>
          </a:endParaRPr>
        </a:p>
      </dsp:txBody>
      <dsp:txXfrm>
        <a:off x="4411690" y="1448426"/>
        <a:ext cx="1307447" cy="1695468"/>
      </dsp:txXfrm>
    </dsp:sp>
    <dsp:sp modelId="{DA41D435-A1FB-4271-81FA-9DEC995E0E7C}">
      <dsp:nvSpPr>
        <dsp:cNvPr id="0" name=""/>
        <dsp:cNvSpPr/>
      </dsp:nvSpPr>
      <dsp:spPr>
        <a:xfrm>
          <a:off x="5832680" y="1377696"/>
          <a:ext cx="962735" cy="1836928"/>
        </a:xfrm>
        <a:prstGeom prst="roundRect">
          <a:avLst/>
        </a:prstGeom>
        <a:solidFill>
          <a:srgbClr val="92D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050" kern="1200" dirty="0" smtClean="0">
              <a:solidFill>
                <a:schemeClr val="tx1"/>
              </a:solidFill>
            </a:rPr>
            <a:t>Nouveau formulaire web opérationnel</a:t>
          </a:r>
          <a:endParaRPr lang="fr-FR" sz="1050" kern="1200" dirty="0">
            <a:solidFill>
              <a:schemeClr val="tx1"/>
            </a:solidFill>
          </a:endParaRPr>
        </a:p>
      </dsp:txBody>
      <dsp:txXfrm>
        <a:off x="5879677" y="1424693"/>
        <a:ext cx="868741" cy="1742934"/>
      </dsp:txXfrm>
    </dsp:sp>
    <dsp:sp modelId="{7169181D-1075-49DE-BFE1-96B424A7EEC0}">
      <dsp:nvSpPr>
        <dsp:cNvPr id="0" name=""/>
        <dsp:cNvSpPr/>
      </dsp:nvSpPr>
      <dsp:spPr>
        <a:xfrm>
          <a:off x="6791815" y="1377696"/>
          <a:ext cx="1077869" cy="1836928"/>
        </a:xfrm>
        <a:prstGeom prst="roundRect">
          <a:avLst/>
        </a:prstGeom>
        <a:solidFill>
          <a:srgbClr val="92D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000" kern="1200" noProof="0" smtClean="0">
              <a:solidFill>
                <a:schemeClr val="tx1"/>
              </a:solidFill>
            </a:rPr>
            <a:t>Tableaux de bord en cours d’élaboration :</a:t>
          </a: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900" kern="1200" noProof="0" smtClean="0">
              <a:solidFill>
                <a:schemeClr val="tx1"/>
              </a:solidFill>
            </a:rPr>
            <a:t>- Suivi patient</a:t>
          </a: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900" kern="1200" noProof="0" smtClean="0">
              <a:solidFill>
                <a:schemeClr val="tx1"/>
              </a:solidFill>
            </a:rPr>
            <a:t>- Live stats</a:t>
          </a:r>
        </a:p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900" kern="1200" noProof="0" smtClean="0">
              <a:solidFill>
                <a:schemeClr val="tx1"/>
              </a:solidFill>
            </a:rPr>
            <a:t>- Gestion</a:t>
          </a:r>
        </a:p>
      </dsp:txBody>
      <dsp:txXfrm>
        <a:off x="6844432" y="1430313"/>
        <a:ext cx="972635" cy="1731694"/>
      </dsp:txXfrm>
    </dsp:sp>
    <dsp:sp modelId="{E669D63D-9C72-4585-A954-BDB494A0258C}">
      <dsp:nvSpPr>
        <dsp:cNvPr id="0" name=""/>
        <dsp:cNvSpPr/>
      </dsp:nvSpPr>
      <dsp:spPr>
        <a:xfrm>
          <a:off x="7912497" y="1377696"/>
          <a:ext cx="962735" cy="1836928"/>
        </a:xfrm>
        <a:prstGeom prst="roundRect">
          <a:avLst/>
        </a:prstGeom>
        <a:solidFill>
          <a:srgbClr val="FFC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900" b="1" kern="1200" dirty="0" smtClean="0">
              <a:solidFill>
                <a:schemeClr val="tx1"/>
              </a:solidFill>
            </a:rPr>
            <a:t>INCLUSION PREMIERS PATIENTS  </a:t>
          </a:r>
        </a:p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900" b="1" kern="1200" dirty="0" smtClean="0">
              <a:solidFill>
                <a:schemeClr val="tx1"/>
              </a:solidFill>
            </a:rPr>
            <a:t>SEPTEMBRE / OCTOBRE 2017</a:t>
          </a:r>
          <a:endParaRPr lang="fr-FR" sz="900" b="1" kern="1200" dirty="0">
            <a:solidFill>
              <a:schemeClr val="tx1"/>
            </a:solidFill>
          </a:endParaRPr>
        </a:p>
      </dsp:txBody>
      <dsp:txXfrm>
        <a:off x="7959494" y="1424693"/>
        <a:ext cx="868741" cy="17429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7C7EA6-DF71-492C-BCB8-8A1838E30CBE}">
      <dsp:nvSpPr>
        <dsp:cNvPr id="0" name=""/>
        <dsp:cNvSpPr/>
      </dsp:nvSpPr>
      <dsp:spPr>
        <a:xfrm>
          <a:off x="2417426" y="609276"/>
          <a:ext cx="3953742" cy="3953742"/>
        </a:xfrm>
        <a:prstGeom prst="blockArc">
          <a:avLst>
            <a:gd name="adj1" fmla="val 11936815"/>
            <a:gd name="adj2" fmla="val 16200509"/>
            <a:gd name="adj3" fmla="val 463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073AC3-DCF4-4548-8761-C8FBC17CC562}">
      <dsp:nvSpPr>
        <dsp:cNvPr id="0" name=""/>
        <dsp:cNvSpPr/>
      </dsp:nvSpPr>
      <dsp:spPr>
        <a:xfrm>
          <a:off x="2417483" y="609110"/>
          <a:ext cx="3953742" cy="3953742"/>
        </a:xfrm>
        <a:prstGeom prst="blockArc">
          <a:avLst>
            <a:gd name="adj1" fmla="val 7559497"/>
            <a:gd name="adj2" fmla="val 11936502"/>
            <a:gd name="adj3" fmla="val 463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0F0400-04A9-4AAB-A96C-1910279AC357}">
      <dsp:nvSpPr>
        <dsp:cNvPr id="0" name=""/>
        <dsp:cNvSpPr/>
      </dsp:nvSpPr>
      <dsp:spPr>
        <a:xfrm>
          <a:off x="2417712" y="609276"/>
          <a:ext cx="3953742" cy="3953742"/>
        </a:xfrm>
        <a:prstGeom prst="blockArc">
          <a:avLst>
            <a:gd name="adj1" fmla="val 3240000"/>
            <a:gd name="adj2" fmla="val 7560000"/>
            <a:gd name="adj3" fmla="val 463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8B314B-1FA6-4FF0-A868-8EE350181AE6}">
      <dsp:nvSpPr>
        <dsp:cNvPr id="0" name=""/>
        <dsp:cNvSpPr/>
      </dsp:nvSpPr>
      <dsp:spPr>
        <a:xfrm>
          <a:off x="2417712" y="609276"/>
          <a:ext cx="3953742" cy="3953742"/>
        </a:xfrm>
        <a:prstGeom prst="blockArc">
          <a:avLst>
            <a:gd name="adj1" fmla="val 20520000"/>
            <a:gd name="adj2" fmla="val 3240000"/>
            <a:gd name="adj3" fmla="val 463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B0E29A-1DB2-4FDE-984C-35C1E6DE5218}">
      <dsp:nvSpPr>
        <dsp:cNvPr id="0" name=""/>
        <dsp:cNvSpPr/>
      </dsp:nvSpPr>
      <dsp:spPr>
        <a:xfrm>
          <a:off x="2417712" y="609276"/>
          <a:ext cx="3953742" cy="3953742"/>
        </a:xfrm>
        <a:prstGeom prst="blockArc">
          <a:avLst>
            <a:gd name="adj1" fmla="val 16200000"/>
            <a:gd name="adj2" fmla="val 20520000"/>
            <a:gd name="adj3" fmla="val 463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00EAE4-4375-4BBA-AE45-BEA72B6D8ABE}">
      <dsp:nvSpPr>
        <dsp:cNvPr id="0" name=""/>
        <dsp:cNvSpPr/>
      </dsp:nvSpPr>
      <dsp:spPr>
        <a:xfrm>
          <a:off x="3818323" y="2009888"/>
          <a:ext cx="1152520" cy="1152520"/>
        </a:xfrm>
        <a:prstGeom prst="ellipse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800" kern="1200" dirty="0" smtClean="0"/>
            <a:t>LUMEN</a:t>
          </a:r>
          <a:endParaRPr lang="fr-FR" sz="1800" kern="1200" dirty="0"/>
        </a:p>
      </dsp:txBody>
      <dsp:txXfrm>
        <a:off x="3987106" y="2178671"/>
        <a:ext cx="814954" cy="814954"/>
      </dsp:txXfrm>
    </dsp:sp>
    <dsp:sp modelId="{DCE12510-3F2E-413C-AA3C-452423E15A5F}">
      <dsp:nvSpPr>
        <dsp:cNvPr id="0" name=""/>
        <dsp:cNvSpPr/>
      </dsp:nvSpPr>
      <dsp:spPr>
        <a:xfrm>
          <a:off x="3484799" y="-254677"/>
          <a:ext cx="1819569" cy="1819556"/>
        </a:xfrm>
        <a:prstGeom prst="ellipse">
          <a:avLst/>
        </a:prstGeom>
        <a:solidFill>
          <a:srgbClr val="0BAFA8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dirty="0" smtClean="0"/>
            <a:t>Mise en place de la gouvernance</a:t>
          </a:r>
        </a:p>
      </dsp:txBody>
      <dsp:txXfrm>
        <a:off x="3751269" y="11791"/>
        <a:ext cx="1286629" cy="1286620"/>
      </dsp:txXfrm>
    </dsp:sp>
    <dsp:sp modelId="{06DD2CAB-FFA6-4628-9D97-EA84843A8DD2}">
      <dsp:nvSpPr>
        <dsp:cNvPr id="0" name=""/>
        <dsp:cNvSpPr/>
      </dsp:nvSpPr>
      <dsp:spPr>
        <a:xfrm>
          <a:off x="5478789" y="1237092"/>
          <a:ext cx="1504658" cy="1504658"/>
        </a:xfrm>
        <a:prstGeom prst="ellipse">
          <a:avLst/>
        </a:prstGeom>
        <a:solidFill>
          <a:srgbClr val="0BAFA8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smtClean="0"/>
            <a:t>Extension du réseau LUMEN</a:t>
          </a:r>
          <a:endParaRPr lang="fr-FR" sz="1400" b="1" kern="1200" dirty="0" smtClean="0"/>
        </a:p>
      </dsp:txBody>
      <dsp:txXfrm>
        <a:off x="5699141" y="1457444"/>
        <a:ext cx="1063954" cy="1063954"/>
      </dsp:txXfrm>
    </dsp:sp>
    <dsp:sp modelId="{7AEF1D8B-8EA3-422C-90A1-3C44CCBD5DE7}">
      <dsp:nvSpPr>
        <dsp:cNvPr id="0" name=""/>
        <dsp:cNvSpPr/>
      </dsp:nvSpPr>
      <dsp:spPr>
        <a:xfrm>
          <a:off x="4754135" y="3335683"/>
          <a:ext cx="1550978" cy="1625429"/>
        </a:xfrm>
        <a:prstGeom prst="ellipse">
          <a:avLst/>
        </a:prstGeom>
        <a:solidFill>
          <a:srgbClr val="0BAFA8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dirty="0" smtClean="0"/>
            <a:t>Plan de mise en place de statistiques prédictives</a:t>
          </a:r>
        </a:p>
      </dsp:txBody>
      <dsp:txXfrm>
        <a:off x="4981270" y="3573722"/>
        <a:ext cx="1096708" cy="1149351"/>
      </dsp:txXfrm>
    </dsp:sp>
    <dsp:sp modelId="{CC7B1534-6E0A-4C89-BFB4-0EE1BA269E6E}">
      <dsp:nvSpPr>
        <dsp:cNvPr id="0" name=""/>
        <dsp:cNvSpPr/>
      </dsp:nvSpPr>
      <dsp:spPr>
        <a:xfrm>
          <a:off x="2351393" y="3240249"/>
          <a:ext cx="1816298" cy="1816298"/>
        </a:xfrm>
        <a:prstGeom prst="ellipse">
          <a:avLst/>
        </a:prstGeom>
        <a:solidFill>
          <a:srgbClr val="0BAFA8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smtClean="0"/>
            <a:t>Incorporation d’Images  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smtClean="0"/>
            <a:t>(Machine Learning)</a:t>
          </a:r>
          <a:endParaRPr lang="fr-FR" sz="1400" b="1" kern="1200" dirty="0" smtClean="0"/>
        </a:p>
      </dsp:txBody>
      <dsp:txXfrm>
        <a:off x="2617384" y="3506240"/>
        <a:ext cx="1284316" cy="1284316"/>
      </dsp:txXfrm>
    </dsp:sp>
    <dsp:sp modelId="{28479277-D549-4E1B-843B-7504C862AE8C}">
      <dsp:nvSpPr>
        <dsp:cNvPr id="0" name=""/>
        <dsp:cNvSpPr/>
      </dsp:nvSpPr>
      <dsp:spPr>
        <a:xfrm>
          <a:off x="1666942" y="1058220"/>
          <a:ext cx="1801863" cy="1801863"/>
        </a:xfrm>
        <a:prstGeom prst="ellipse">
          <a:avLst/>
        </a:prstGeom>
        <a:solidFill>
          <a:srgbClr val="0BAFA8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b="1" kern="1200" dirty="0" smtClean="0"/>
            <a:t>Données nominatives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- Qualité++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400" kern="1200" dirty="0" smtClean="0"/>
            <a:t>- Interopérabilité  (i.e. SNIIRAM)</a:t>
          </a:r>
          <a:endParaRPr lang="fr-FR" sz="1400" b="1" kern="1200" dirty="0" smtClean="0"/>
        </a:p>
      </dsp:txBody>
      <dsp:txXfrm>
        <a:off x="1930819" y="1322097"/>
        <a:ext cx="1274109" cy="12741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1847" cy="496092"/>
          </a:xfrm>
          <a:prstGeom prst="rect">
            <a:avLst/>
          </a:prstGeom>
        </p:spPr>
        <p:txBody>
          <a:bodyPr vert="horz" lIns="91931" tIns="45966" rIns="91931" bIns="45966" rtlCol="0"/>
          <a:lstStyle>
            <a:lvl1pPr algn="l" defTabSz="459584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46294" y="1"/>
            <a:ext cx="2941846" cy="496092"/>
          </a:xfrm>
          <a:prstGeom prst="rect">
            <a:avLst/>
          </a:prstGeom>
        </p:spPr>
        <p:txBody>
          <a:bodyPr vert="horz" wrap="square" lIns="91931" tIns="45966" rIns="91931" bIns="45966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CCB7FB7B-BCB1-447B-8380-0E4A5BA40B12}" type="datetimeFigureOut">
              <a:rPr lang="fr-FR"/>
              <a:pPr>
                <a:defRPr/>
              </a:pPr>
              <a:t>19/07/17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432126"/>
            <a:ext cx="2941847" cy="496091"/>
          </a:xfrm>
          <a:prstGeom prst="rect">
            <a:avLst/>
          </a:prstGeom>
        </p:spPr>
        <p:txBody>
          <a:bodyPr vert="horz" lIns="91931" tIns="45966" rIns="91931" bIns="45966" rtlCol="0" anchor="b"/>
          <a:lstStyle>
            <a:lvl1pPr algn="l" defTabSz="459584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46294" y="9432126"/>
            <a:ext cx="2941846" cy="496091"/>
          </a:xfrm>
          <a:prstGeom prst="rect">
            <a:avLst/>
          </a:prstGeom>
        </p:spPr>
        <p:txBody>
          <a:bodyPr vert="horz" wrap="square" lIns="91931" tIns="45966" rIns="91931" bIns="45966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F0CE2C4-7190-46F8-B12C-C5073E346D0B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88719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1847" cy="496092"/>
          </a:xfrm>
          <a:prstGeom prst="rect">
            <a:avLst/>
          </a:prstGeom>
        </p:spPr>
        <p:txBody>
          <a:bodyPr vert="horz" lIns="91931" tIns="45966" rIns="91931" bIns="45966" rtlCol="0"/>
          <a:lstStyle>
            <a:lvl1pPr algn="l" defTabSz="459584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46294" y="1"/>
            <a:ext cx="2941846" cy="496092"/>
          </a:xfrm>
          <a:prstGeom prst="rect">
            <a:avLst/>
          </a:prstGeom>
        </p:spPr>
        <p:txBody>
          <a:bodyPr vert="horz" wrap="square" lIns="91931" tIns="45966" rIns="91931" bIns="45966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F78BD32-C152-4339-B3E1-8402670D9167}" type="datetimeFigureOut">
              <a:rPr lang="fr-FR"/>
              <a:pPr>
                <a:defRPr/>
              </a:pPr>
              <a:t>19/07/17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12813" y="744538"/>
            <a:ext cx="4964112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931" tIns="45966" rIns="91931" bIns="45966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9134" y="4716862"/>
            <a:ext cx="5431470" cy="4468016"/>
          </a:xfrm>
          <a:prstGeom prst="rect">
            <a:avLst/>
          </a:prstGeom>
        </p:spPr>
        <p:txBody>
          <a:bodyPr vert="horz" wrap="square" lIns="91931" tIns="45966" rIns="91931" bIns="45966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32126"/>
            <a:ext cx="2941847" cy="496091"/>
          </a:xfrm>
          <a:prstGeom prst="rect">
            <a:avLst/>
          </a:prstGeom>
        </p:spPr>
        <p:txBody>
          <a:bodyPr vert="horz" lIns="91931" tIns="45966" rIns="91931" bIns="45966" rtlCol="0" anchor="b"/>
          <a:lstStyle>
            <a:lvl1pPr algn="l" defTabSz="459584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46294" y="9432126"/>
            <a:ext cx="2941846" cy="496091"/>
          </a:xfrm>
          <a:prstGeom prst="rect">
            <a:avLst/>
          </a:prstGeom>
        </p:spPr>
        <p:txBody>
          <a:bodyPr vert="horz" wrap="square" lIns="91931" tIns="45966" rIns="91931" bIns="45966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11B63EB-60E1-41FA-8B5A-9CB5018D3940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21449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fr-FR" sz="1600" b="1" dirty="0" smtClean="0">
                <a:latin typeface="Helvetica" pitchFamily="1" charset="0"/>
              </a:rPr>
              <a:t>Epidémiologie descriptive</a:t>
            </a:r>
          </a:p>
          <a:p>
            <a:pPr eaLnBrk="1" hangingPunct="1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fr-FR" sz="1600" b="1" dirty="0" smtClean="0">
                <a:latin typeface="Helvetica" pitchFamily="1" charset="0"/>
              </a:rPr>
              <a:t>Étude de vraie vie, histoire naturelle de la DMLA</a:t>
            </a:r>
          </a:p>
          <a:p>
            <a:pPr lvl="1" eaLnBrk="1" hangingPunct="1">
              <a:spcBef>
                <a:spcPts val="0"/>
              </a:spcBef>
              <a:spcAft>
                <a:spcPts val="0"/>
              </a:spcAft>
            </a:pPr>
            <a:r>
              <a:rPr lang="fr-FR" sz="1400" i="1" dirty="0" smtClean="0"/>
              <a:t>Outil de référence français pour mieux comprendre la pathologie</a:t>
            </a:r>
          </a:p>
          <a:p>
            <a:pPr lvl="1" eaLnBrk="1" hangingPunct="1">
              <a:spcBef>
                <a:spcPts val="0"/>
              </a:spcBef>
              <a:spcAft>
                <a:spcPts val="1200"/>
              </a:spcAft>
            </a:pPr>
            <a:r>
              <a:rPr lang="fr-FR" sz="1400" i="1" dirty="0" smtClean="0"/>
              <a:t>Identification des facteurs prédictifs de réponse au traitement et d</a:t>
            </a:r>
            <a:r>
              <a:rPr lang="fr-FR" altLang="fr-FR" sz="1400" i="1" dirty="0" smtClean="0"/>
              <a:t>’</a:t>
            </a:r>
            <a:r>
              <a:rPr lang="fr-FR" sz="1400" i="1" dirty="0" smtClean="0"/>
              <a:t>évolution de la maladie</a:t>
            </a:r>
            <a:endParaRPr lang="fr-FR" sz="1600" b="1" dirty="0" smtClean="0">
              <a:latin typeface="Helvetica" pitchFamily="1" charset="0"/>
            </a:endParaRPr>
          </a:p>
          <a:p>
            <a:pPr eaLnBrk="1" hangingPunct="1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fr-FR" sz="1600" b="1" dirty="0" smtClean="0">
                <a:latin typeface="Helvetica" pitchFamily="1" charset="0"/>
              </a:rPr>
              <a:t>Périmètre d’investigation : DMLA exsudative </a:t>
            </a:r>
            <a:r>
              <a:rPr lang="fr-FR" sz="1600" b="1" u="sng" dirty="0" smtClean="0">
                <a:latin typeface="Helvetica" pitchFamily="1" charset="0"/>
              </a:rPr>
              <a:t>et</a:t>
            </a:r>
            <a:r>
              <a:rPr lang="fr-FR" sz="1600" b="1" dirty="0" smtClean="0">
                <a:latin typeface="Helvetica" pitchFamily="1" charset="0"/>
              </a:rPr>
              <a:t> atrophique</a:t>
            </a:r>
          </a:p>
          <a:p>
            <a:pPr eaLnBrk="1" hangingPunct="1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fr-FR" sz="1600" b="1" dirty="0" smtClean="0">
                <a:latin typeface="Helvetica" pitchFamily="1" charset="0"/>
              </a:rPr>
              <a:t>Evaluation de l’efficacité thérapeutique en pratique courante</a:t>
            </a:r>
          </a:p>
          <a:p>
            <a:pPr eaLnBrk="1" hangingPunct="1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fr-FR" sz="1600" b="1" dirty="0" smtClean="0">
                <a:latin typeface="Helvetica" pitchFamily="1" charset="0"/>
              </a:rPr>
              <a:t>Mise à disposition d</a:t>
            </a:r>
            <a:r>
              <a:rPr lang="fr-FR" altLang="fr-FR" sz="1600" b="1" dirty="0" smtClean="0">
                <a:latin typeface="Helvetica" pitchFamily="1" charset="0"/>
              </a:rPr>
              <a:t>’</a:t>
            </a:r>
            <a:r>
              <a:rPr lang="fr-FR" sz="1600" b="1" dirty="0" smtClean="0">
                <a:latin typeface="Helvetica" pitchFamily="1" charset="0"/>
              </a:rPr>
              <a:t>outils pour les ophtalmologistes</a:t>
            </a:r>
          </a:p>
          <a:p>
            <a:pPr lvl="1" eaLnBrk="1" hangingPunct="1">
              <a:spcBef>
                <a:spcPts val="0"/>
              </a:spcBef>
              <a:spcAft>
                <a:spcPts val="0"/>
              </a:spcAft>
            </a:pPr>
            <a:r>
              <a:rPr lang="fr-FR" sz="1400" i="1" dirty="0" smtClean="0"/>
              <a:t>Tableau de bord : </a:t>
            </a:r>
            <a:r>
              <a:rPr lang="fr-FR" sz="1400" b="1" i="1" dirty="0" smtClean="0"/>
              <a:t>suivi du patient</a:t>
            </a:r>
          </a:p>
          <a:p>
            <a:pPr lvl="1" eaLnBrk="1" hangingPunct="1">
              <a:spcBef>
                <a:spcPts val="0"/>
              </a:spcBef>
              <a:spcAft>
                <a:spcPts val="1200"/>
              </a:spcAft>
            </a:pPr>
            <a:r>
              <a:rPr lang="fr-FR" sz="1400" i="1" dirty="0" smtClean="0"/>
              <a:t>Tableau de bord : </a:t>
            </a:r>
            <a:r>
              <a:rPr lang="fr-FR" sz="1400" b="1" i="1" dirty="0" smtClean="0"/>
              <a:t>statistiques en temps réel </a:t>
            </a:r>
            <a:r>
              <a:rPr lang="fr-FR" sz="1400" i="1" dirty="0" smtClean="0"/>
              <a:t>(patientèle)</a:t>
            </a:r>
          </a:p>
          <a:p>
            <a:pPr ea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fr-FR" sz="1600" b="1" i="1" dirty="0" smtClean="0"/>
              <a:t>Recrutement de patients éligibles pour des études cliniques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11B63EB-60E1-41FA-8B5A-9CB5018D3940}" type="slidenum">
              <a:rPr lang="fr-FR" smtClean="0"/>
              <a:pPr>
                <a:defRPr/>
              </a:pPr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77918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fr-FR" sz="1600" b="1" dirty="0" smtClean="0">
                <a:latin typeface="Helvetica" pitchFamily="1" charset="0"/>
              </a:rPr>
              <a:t>Epidémiologie descriptive</a:t>
            </a:r>
          </a:p>
          <a:p>
            <a:pPr lvl="1" eaLnBrk="1" hangingPunct="1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</a:pPr>
            <a:r>
              <a:rPr lang="fr-FR" sz="1600" b="1" dirty="0" smtClean="0">
                <a:latin typeface="Helvetica" pitchFamily="1" charset="0"/>
              </a:rPr>
              <a:t>Signes</a:t>
            </a:r>
            <a:r>
              <a:rPr lang="fr-FR" sz="1600" b="1" baseline="0" dirty="0" smtClean="0">
                <a:latin typeface="Helvetica" pitchFamily="1" charset="0"/>
              </a:rPr>
              <a:t> fonctionnels</a:t>
            </a:r>
            <a:endParaRPr lang="fr-FR" sz="1600" b="1" dirty="0" smtClean="0">
              <a:latin typeface="Helvetica" pitchFamily="1" charset="0"/>
            </a:endParaRPr>
          </a:p>
          <a:p>
            <a:pPr eaLnBrk="1" hangingPunct="1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fr-FR" sz="1600" b="1" dirty="0" smtClean="0">
                <a:latin typeface="Helvetica" pitchFamily="1" charset="0"/>
              </a:rPr>
              <a:t>Étude de vraie vie, histoire naturelle de la DMLA</a:t>
            </a:r>
          </a:p>
          <a:p>
            <a:pPr lvl="1" eaLnBrk="1" hangingPunct="1">
              <a:spcBef>
                <a:spcPts val="0"/>
              </a:spcBef>
              <a:spcAft>
                <a:spcPts val="0"/>
              </a:spcAft>
            </a:pPr>
            <a:r>
              <a:rPr lang="fr-FR" sz="1400" i="1" dirty="0" smtClean="0"/>
              <a:t>Outil de référence français pour mieux comprendre la pathologie</a:t>
            </a:r>
          </a:p>
          <a:p>
            <a:pPr lvl="1" eaLnBrk="1" hangingPunct="1">
              <a:spcBef>
                <a:spcPts val="0"/>
              </a:spcBef>
              <a:spcAft>
                <a:spcPts val="1200"/>
              </a:spcAft>
            </a:pPr>
            <a:r>
              <a:rPr lang="fr-FR" sz="1400" i="1" dirty="0" smtClean="0"/>
              <a:t>Identification des facteurs prédictifs de réponse au traitement et d</a:t>
            </a:r>
            <a:r>
              <a:rPr lang="fr-FR" altLang="fr-FR" sz="1400" i="1" dirty="0" smtClean="0"/>
              <a:t>’</a:t>
            </a:r>
            <a:r>
              <a:rPr lang="fr-FR" sz="1400" i="1" dirty="0" smtClean="0"/>
              <a:t>évolution de la maladie</a:t>
            </a:r>
            <a:endParaRPr lang="fr-FR" sz="1600" b="1" dirty="0" smtClean="0">
              <a:latin typeface="Helvetica" pitchFamily="1" charset="0"/>
            </a:endParaRPr>
          </a:p>
          <a:p>
            <a:pPr eaLnBrk="1" hangingPunct="1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fr-FR" sz="1600" b="1" dirty="0" smtClean="0">
                <a:latin typeface="Helvetica" pitchFamily="1" charset="0"/>
              </a:rPr>
              <a:t>Périmètre d’investigation : DMLA exsudative </a:t>
            </a:r>
            <a:r>
              <a:rPr lang="fr-FR" sz="1600" b="1" u="sng" dirty="0" smtClean="0">
                <a:latin typeface="Helvetica" pitchFamily="1" charset="0"/>
              </a:rPr>
              <a:t>et</a:t>
            </a:r>
            <a:r>
              <a:rPr lang="fr-FR" sz="1600" b="1" dirty="0" smtClean="0">
                <a:latin typeface="Helvetica" pitchFamily="1" charset="0"/>
              </a:rPr>
              <a:t> atrophique</a:t>
            </a:r>
          </a:p>
          <a:p>
            <a:pPr eaLnBrk="1" hangingPunct="1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fr-FR" sz="1600" b="1" dirty="0" smtClean="0">
                <a:latin typeface="Helvetica" pitchFamily="1" charset="0"/>
              </a:rPr>
              <a:t>Evaluation de l’efficacité thérapeutique en pratique courante</a:t>
            </a:r>
          </a:p>
          <a:p>
            <a:pPr eaLnBrk="1" hangingPunct="1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fr-FR" sz="1600" b="1" dirty="0" smtClean="0">
                <a:latin typeface="Helvetica" pitchFamily="1" charset="0"/>
              </a:rPr>
              <a:t>Mise à disposition d</a:t>
            </a:r>
            <a:r>
              <a:rPr lang="fr-FR" altLang="fr-FR" sz="1600" b="1" dirty="0" smtClean="0">
                <a:latin typeface="Helvetica" pitchFamily="1" charset="0"/>
              </a:rPr>
              <a:t>’</a:t>
            </a:r>
            <a:r>
              <a:rPr lang="fr-FR" sz="1600" b="1" dirty="0" smtClean="0">
                <a:latin typeface="Helvetica" pitchFamily="1" charset="0"/>
              </a:rPr>
              <a:t>outils pour les ophtalmologistes</a:t>
            </a:r>
          </a:p>
          <a:p>
            <a:pPr lvl="1" eaLnBrk="1" hangingPunct="1">
              <a:spcBef>
                <a:spcPts val="0"/>
              </a:spcBef>
              <a:spcAft>
                <a:spcPts val="0"/>
              </a:spcAft>
            </a:pPr>
            <a:r>
              <a:rPr lang="fr-FR" sz="1400" i="1" dirty="0" smtClean="0"/>
              <a:t>Tableau de bord : </a:t>
            </a:r>
            <a:r>
              <a:rPr lang="fr-FR" sz="1400" b="1" i="1" dirty="0" smtClean="0"/>
              <a:t>suivi du patient</a:t>
            </a:r>
          </a:p>
          <a:p>
            <a:pPr lvl="1" eaLnBrk="1" hangingPunct="1">
              <a:spcBef>
                <a:spcPts val="0"/>
              </a:spcBef>
              <a:spcAft>
                <a:spcPts val="1200"/>
              </a:spcAft>
            </a:pPr>
            <a:r>
              <a:rPr lang="fr-FR" sz="1400" i="1" dirty="0" smtClean="0"/>
              <a:t>Tableau de bord : </a:t>
            </a:r>
            <a:r>
              <a:rPr lang="fr-FR" sz="1400" b="1" i="1" dirty="0" smtClean="0"/>
              <a:t>statistiques en temps réel </a:t>
            </a:r>
            <a:r>
              <a:rPr lang="fr-FR" sz="1400" i="1" dirty="0" smtClean="0"/>
              <a:t>(patientèle)</a:t>
            </a:r>
          </a:p>
          <a:p>
            <a:pPr ea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fr-FR" sz="1600" b="1" i="1" dirty="0" smtClean="0"/>
              <a:t>Recrutement de patients éligibles pour des études cliniques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11B63EB-60E1-41FA-8B5A-9CB5018D3940}" type="slidenum">
              <a:rPr lang="fr-FR" smtClean="0"/>
              <a:pPr>
                <a:defRPr/>
              </a:pPr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8078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re et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6"/>
          <p:cNvSpPr>
            <a:spLocks noChangeArrowheads="1"/>
          </p:cNvSpPr>
          <p:nvPr/>
        </p:nvSpPr>
        <p:spPr bwMode="auto">
          <a:xfrm>
            <a:off x="401638" y="3340100"/>
            <a:ext cx="8345487" cy="0"/>
          </a:xfrm>
          <a:prstGeom prst="rect">
            <a:avLst/>
          </a:prstGeom>
          <a:noFill/>
          <a:ln w="12700">
            <a:solidFill>
              <a:srgbClr val="9A9A9A"/>
            </a:solidFill>
            <a:miter lim="400000"/>
            <a:headEnd/>
            <a:tailEnd/>
          </a:ln>
        </p:spPr>
        <p:txBody>
          <a:bodyPr lIns="0" tIns="0" rIns="0" bIns="0" anchor="ctr"/>
          <a:lstStyle/>
          <a:p>
            <a:pPr defTabSz="320675">
              <a:defRPr/>
            </a:pPr>
            <a:endParaRPr lang="fr-FR" sz="1200">
              <a:solidFill>
                <a:srgbClr val="000000"/>
              </a:solidFill>
              <a:latin typeface="Helvetica" pitchFamily="1" charset="0"/>
              <a:sym typeface="Helvetica" pitchFamily="1" charset="0"/>
            </a:endParaRPr>
          </a:p>
        </p:txBody>
      </p:sp>
      <p:sp>
        <p:nvSpPr>
          <p:cNvPr id="7" name="Shape 7"/>
          <p:cNvSpPr>
            <a:spLocks noGrp="1"/>
          </p:cNvSpPr>
          <p:nvPr>
            <p:ph type="title"/>
          </p:nvPr>
        </p:nvSpPr>
        <p:spPr>
          <a:xfrm>
            <a:off x="401836" y="928687"/>
            <a:ext cx="8340328" cy="2232422"/>
          </a:xfrm>
          <a:prstGeom prst="rect">
            <a:avLst/>
          </a:prstGeom>
        </p:spPr>
        <p:txBody>
          <a:bodyPr/>
          <a:lstStyle/>
          <a:p>
            <a:pPr lvl="0"/>
            <a:r>
              <a:rPr dirty="0" err="1"/>
              <a:t>Texte</a:t>
            </a:r>
            <a:r>
              <a:rPr dirty="0"/>
              <a:t> du </a:t>
            </a:r>
            <a:r>
              <a:rPr dirty="0" err="1"/>
              <a:t>titre</a:t>
            </a:r>
            <a:endParaRPr dirty="0"/>
          </a:p>
        </p:txBody>
      </p:sp>
      <p:sp>
        <p:nvSpPr>
          <p:cNvPr id="8" name="Shape 8"/>
          <p:cNvSpPr>
            <a:spLocks noGrp="1"/>
          </p:cNvSpPr>
          <p:nvPr>
            <p:ph type="body" idx="1"/>
          </p:nvPr>
        </p:nvSpPr>
        <p:spPr>
          <a:xfrm>
            <a:off x="401836" y="3527227"/>
            <a:ext cx="8340328" cy="71437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FontTx/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160704">
              <a:spcBef>
                <a:spcPts val="0"/>
              </a:spcBef>
              <a:buSzTx/>
              <a:buFontTx/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321407">
              <a:spcBef>
                <a:spcPts val="0"/>
              </a:spcBef>
              <a:buSzTx/>
              <a:buFontTx/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482111">
              <a:spcBef>
                <a:spcPts val="0"/>
              </a:spcBef>
              <a:buSzTx/>
              <a:buFontTx/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642816">
              <a:spcBef>
                <a:spcPts val="0"/>
              </a:spcBef>
              <a:buSzTx/>
              <a:buFontTx/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pPr lvl="0"/>
            <a:r>
              <a:rPr/>
              <a:t>Texte niveau 1</a:t>
            </a:r>
          </a:p>
          <a:p>
            <a:pPr lvl="1"/>
            <a:r>
              <a:rPr/>
              <a:t>Texte niveau 2</a:t>
            </a:r>
          </a:p>
          <a:p>
            <a:pPr lvl="2"/>
            <a:r>
              <a:rPr/>
              <a:t>Texte niveau 3</a:t>
            </a:r>
          </a:p>
          <a:p>
            <a:pPr lvl="3"/>
            <a:r>
              <a:rPr/>
              <a:t>Texte niveau 4</a:t>
            </a:r>
          </a:p>
          <a:p>
            <a:pPr lvl="4"/>
            <a:r>
              <a:rPr/>
              <a:t>Texte niveau 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defTabSz="455613">
              <a:defRPr sz="800"/>
            </a:lvl1pPr>
          </a:lstStyle>
          <a:p>
            <a:pPr>
              <a:defRPr/>
            </a:pPr>
            <a:fld id="{4A934902-9684-4A68-9EFF-F6C51F8E52FA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6"/>
          <p:cNvSpPr>
            <a:spLocks/>
          </p:cNvSpPr>
          <p:nvPr/>
        </p:nvSpPr>
        <p:spPr bwMode="auto">
          <a:xfrm>
            <a:off x="401638" y="3419475"/>
            <a:ext cx="3751262" cy="0"/>
          </a:xfrm>
          <a:custGeom>
            <a:avLst/>
            <a:gdLst>
              <a:gd name="T0" fmla="*/ 325700197 w 21600"/>
              <a:gd name="T1" fmla="*/ 0 h 21600"/>
              <a:gd name="T2" fmla="*/ 325700197 w 21600"/>
              <a:gd name="T3" fmla="*/ 0 h 21600"/>
              <a:gd name="T4" fmla="*/ 325700197 w 21600"/>
              <a:gd name="T5" fmla="*/ 0 h 21600"/>
              <a:gd name="T6" fmla="*/ 325700197 w 21600"/>
              <a:gd name="T7" fmla="*/ 0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9A9A9A"/>
            </a:solidFill>
            <a:miter lim="400000"/>
            <a:headEnd/>
            <a:tailEnd/>
          </a:ln>
        </p:spPr>
        <p:txBody>
          <a:bodyPr lIns="0" tIns="0" rIns="0" bIns="0" anchor="ctr"/>
          <a:lstStyle/>
          <a:p>
            <a:pPr>
              <a:defRPr/>
            </a:pPr>
            <a:endParaRPr lang="fr-FR"/>
          </a:p>
        </p:txBody>
      </p:sp>
      <p:sp>
        <p:nvSpPr>
          <p:cNvPr id="17" name="Shape 17"/>
          <p:cNvSpPr>
            <a:spLocks noGrp="1"/>
          </p:cNvSpPr>
          <p:nvPr>
            <p:ph type="title"/>
          </p:nvPr>
        </p:nvSpPr>
        <p:spPr>
          <a:xfrm>
            <a:off x="401837" y="1009055"/>
            <a:ext cx="3750469" cy="2232422"/>
          </a:xfrm>
          <a:prstGeom prst="rect">
            <a:avLst/>
          </a:prstGeom>
        </p:spPr>
        <p:txBody>
          <a:bodyPr/>
          <a:lstStyle/>
          <a:p>
            <a:pPr lvl="0"/>
            <a:r>
              <a:rPr/>
              <a:t>Texte du titre</a:t>
            </a:r>
          </a:p>
        </p:txBody>
      </p:sp>
      <p:sp>
        <p:nvSpPr>
          <p:cNvPr id="18" name="Shape 18"/>
          <p:cNvSpPr>
            <a:spLocks noGrp="1"/>
          </p:cNvSpPr>
          <p:nvPr>
            <p:ph type="body" idx="1"/>
          </p:nvPr>
        </p:nvSpPr>
        <p:spPr>
          <a:xfrm>
            <a:off x="401837" y="3607594"/>
            <a:ext cx="3750469" cy="223242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FontTx/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160704">
              <a:spcBef>
                <a:spcPts val="0"/>
              </a:spcBef>
              <a:buSzTx/>
              <a:buFontTx/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321407">
              <a:spcBef>
                <a:spcPts val="0"/>
              </a:spcBef>
              <a:buSzTx/>
              <a:buFontTx/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482111">
              <a:spcBef>
                <a:spcPts val="0"/>
              </a:spcBef>
              <a:buSzTx/>
              <a:buFontTx/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642816">
              <a:spcBef>
                <a:spcPts val="0"/>
              </a:spcBef>
              <a:buSzTx/>
              <a:buFontTx/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pPr lvl="0"/>
            <a:r>
              <a:rPr/>
              <a:t>Texte niveau 1</a:t>
            </a:r>
          </a:p>
          <a:p>
            <a:pPr lvl="1"/>
            <a:r>
              <a:rPr/>
              <a:t>Texte niveau 2</a:t>
            </a:r>
          </a:p>
          <a:p>
            <a:pPr lvl="2"/>
            <a:r>
              <a:rPr/>
              <a:t>Texte niveau 3</a:t>
            </a:r>
          </a:p>
          <a:p>
            <a:pPr lvl="3"/>
            <a:r>
              <a:rPr/>
              <a:t>Texte niveau 4</a:t>
            </a:r>
          </a:p>
          <a:p>
            <a:pPr lvl="4"/>
            <a:r>
              <a:rPr/>
              <a:t>Texte niveau 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defTabSz="455613">
              <a:defRPr sz="800"/>
            </a:lvl1pPr>
          </a:lstStyle>
          <a:p>
            <a:pPr>
              <a:defRPr/>
            </a:pPr>
            <a:fld id="{45FFC86F-3CB8-4706-B2AD-F8DAC6673F76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anisation des trav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/>
              <a:t>Texte niveau 1</a:t>
            </a:r>
          </a:p>
          <a:p>
            <a:pPr lvl="1"/>
            <a:r>
              <a:rPr/>
              <a:t>Texte niveau 2</a:t>
            </a:r>
          </a:p>
          <a:p>
            <a:pPr lvl="2"/>
            <a:r>
              <a:rPr/>
              <a:t>Texte niveau 3</a:t>
            </a:r>
          </a:p>
          <a:p>
            <a:pPr lvl="3"/>
            <a:r>
              <a:rPr/>
              <a:t>Texte niveau 4</a:t>
            </a:r>
          </a:p>
          <a:p>
            <a:pPr lvl="4"/>
            <a:r>
              <a:rPr/>
              <a:t>Texte niveau 5</a:t>
            </a:r>
          </a:p>
        </p:txBody>
      </p:sp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1686054" y="627528"/>
            <a:ext cx="7056110" cy="586909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0"/>
          </p:nvPr>
        </p:nvSpPr>
        <p:spPr>
          <a:xfrm>
            <a:off x="4362450" y="104775"/>
            <a:ext cx="4379714" cy="373343"/>
          </a:xfrm>
          <a:ln>
            <a:solidFill>
              <a:srgbClr val="FFFFFF"/>
            </a:solidFill>
          </a:ln>
        </p:spPr>
        <p:txBody>
          <a:bodyPr>
            <a:normAutofit/>
          </a:bodyPr>
          <a:lstStyle>
            <a:lvl1pPr marL="0" indent="0" algn="r">
              <a:buFont typeface="Arial"/>
              <a:buNone/>
              <a:defRPr sz="1800" i="1">
                <a:solidFill>
                  <a:srgbClr val="636D73"/>
                </a:solidFill>
              </a:defRPr>
            </a:lvl1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defTabSz="455613">
              <a:defRPr sz="800"/>
            </a:lvl1pPr>
          </a:lstStyle>
          <a:p>
            <a:pPr>
              <a:defRPr/>
            </a:pPr>
            <a:fld id="{CE958889-79FC-4834-B5D6-DE6BE0CA793B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éalisations à ce j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/>
              <a:t>Texte niveau 1</a:t>
            </a:r>
          </a:p>
          <a:p>
            <a:pPr lvl="1"/>
            <a:r>
              <a:rPr/>
              <a:t>Texte niveau 2</a:t>
            </a:r>
          </a:p>
          <a:p>
            <a:pPr lvl="2"/>
            <a:r>
              <a:rPr/>
              <a:t>Texte niveau 3</a:t>
            </a:r>
          </a:p>
          <a:p>
            <a:pPr lvl="3"/>
            <a:r>
              <a:rPr/>
              <a:t>Texte niveau 4</a:t>
            </a:r>
          </a:p>
          <a:p>
            <a:pPr lvl="4"/>
            <a:r>
              <a:rPr/>
              <a:t>Texte niveau 5</a:t>
            </a:r>
          </a:p>
        </p:txBody>
      </p:sp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1686054" y="627528"/>
            <a:ext cx="7056110" cy="586909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0"/>
          </p:nvPr>
        </p:nvSpPr>
        <p:spPr>
          <a:xfrm>
            <a:off x="4362450" y="104775"/>
            <a:ext cx="4379714" cy="373343"/>
          </a:xfrm>
          <a:ln>
            <a:solidFill>
              <a:srgbClr val="FFFFFF"/>
            </a:solidFill>
          </a:ln>
        </p:spPr>
        <p:txBody>
          <a:bodyPr>
            <a:normAutofit/>
          </a:bodyPr>
          <a:lstStyle>
            <a:lvl1pPr marL="0" indent="0" algn="r">
              <a:buFont typeface="Arial"/>
              <a:buNone/>
              <a:defRPr sz="1800" i="1">
                <a:solidFill>
                  <a:srgbClr val="0E4263"/>
                </a:solidFill>
              </a:defRPr>
            </a:lvl1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defTabSz="455613">
              <a:defRPr sz="800"/>
            </a:lvl1pPr>
          </a:lstStyle>
          <a:p>
            <a:pPr>
              <a:defRPr/>
            </a:pPr>
            <a:fld id="{EC7076B5-84CD-48D5-AEE7-AF7735F9CB56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haines étap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/>
              <a:t>Texte niveau 1</a:t>
            </a:r>
          </a:p>
          <a:p>
            <a:pPr lvl="1"/>
            <a:r>
              <a:rPr/>
              <a:t>Texte niveau 2</a:t>
            </a:r>
          </a:p>
          <a:p>
            <a:pPr lvl="2"/>
            <a:r>
              <a:rPr/>
              <a:t>Texte niveau 3</a:t>
            </a:r>
          </a:p>
          <a:p>
            <a:pPr lvl="3"/>
            <a:r>
              <a:rPr/>
              <a:t>Texte niveau 4</a:t>
            </a:r>
          </a:p>
          <a:p>
            <a:pPr lvl="4"/>
            <a:r>
              <a:rPr/>
              <a:t>Texte niveau 5</a:t>
            </a:r>
          </a:p>
        </p:txBody>
      </p:sp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1686054" y="627528"/>
            <a:ext cx="7056110" cy="586909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0"/>
          </p:nvPr>
        </p:nvSpPr>
        <p:spPr>
          <a:xfrm>
            <a:off x="4362450" y="104775"/>
            <a:ext cx="4379714" cy="373343"/>
          </a:xfrm>
          <a:ln>
            <a:solidFill>
              <a:srgbClr val="FFFFFF"/>
            </a:solidFill>
          </a:ln>
        </p:spPr>
        <p:txBody>
          <a:bodyPr>
            <a:normAutofit/>
          </a:bodyPr>
          <a:lstStyle>
            <a:lvl1pPr marL="0" indent="0" algn="r">
              <a:buFont typeface="Arial"/>
              <a:buNone/>
              <a:defRPr sz="1800" i="1">
                <a:solidFill>
                  <a:srgbClr val="636D73"/>
                </a:solidFill>
              </a:defRPr>
            </a:lvl1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defTabSz="455613">
              <a:defRPr sz="800"/>
            </a:lvl1pPr>
          </a:lstStyle>
          <a:p>
            <a:pPr>
              <a:defRPr/>
            </a:pPr>
            <a:fld id="{E15675A5-DD85-45E2-B6C3-304F1643429D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ne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/>
              <a:t>Texte niveau 1</a:t>
            </a:r>
          </a:p>
          <a:p>
            <a:pPr lvl="1"/>
            <a:r>
              <a:rPr/>
              <a:t>Texte niveau 2</a:t>
            </a:r>
          </a:p>
          <a:p>
            <a:pPr lvl="2"/>
            <a:r>
              <a:rPr/>
              <a:t>Texte niveau 3</a:t>
            </a:r>
          </a:p>
          <a:p>
            <a:pPr lvl="3"/>
            <a:r>
              <a:rPr/>
              <a:t>Texte niveau 4</a:t>
            </a:r>
          </a:p>
          <a:p>
            <a:pPr lvl="4"/>
            <a:r>
              <a:rPr/>
              <a:t>Texte niveau 5</a:t>
            </a: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0"/>
          </p:nvPr>
        </p:nvSpPr>
        <p:spPr>
          <a:xfrm>
            <a:off x="4362450" y="104775"/>
            <a:ext cx="4379714" cy="373343"/>
          </a:xfrm>
          <a:ln>
            <a:solidFill>
              <a:srgbClr val="FFFFFF"/>
            </a:solidFill>
          </a:ln>
        </p:spPr>
        <p:txBody>
          <a:bodyPr>
            <a:normAutofit/>
          </a:bodyPr>
          <a:lstStyle>
            <a:lvl1pPr marL="0" indent="0" algn="r">
              <a:buFont typeface="Arial"/>
              <a:buNone/>
              <a:defRPr sz="1800" i="1">
                <a:solidFill>
                  <a:srgbClr val="0E4263"/>
                </a:solidFill>
              </a:defRPr>
            </a:lvl1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defTabSz="455613">
              <a:defRPr sz="800"/>
            </a:lvl1pPr>
          </a:lstStyle>
          <a:p>
            <a:pPr>
              <a:defRPr/>
            </a:pPr>
            <a:fld id="{372B748B-2905-48EF-AFF2-E4A8BF4C6E7A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u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>
            <a:spLocks noGrp="1"/>
          </p:cNvSpPr>
          <p:nvPr>
            <p:ph type="body" idx="1"/>
          </p:nvPr>
        </p:nvSpPr>
        <p:spPr>
          <a:xfrm>
            <a:off x="625078" y="625078"/>
            <a:ext cx="7884914" cy="5598914"/>
          </a:xfrm>
          <a:prstGeom prst="rect">
            <a:avLst/>
          </a:prstGeom>
        </p:spPr>
        <p:txBody>
          <a:bodyPr/>
          <a:lstStyle/>
          <a:p>
            <a:pPr lvl="0"/>
            <a:r>
              <a:rPr/>
              <a:t>Texte niveau 1</a:t>
            </a:r>
          </a:p>
          <a:p>
            <a:pPr lvl="1"/>
            <a:r>
              <a:rPr/>
              <a:t>Texte niveau 2</a:t>
            </a:r>
          </a:p>
          <a:p>
            <a:pPr lvl="2"/>
            <a:r>
              <a:rPr/>
              <a:t>Texte niveau 3</a:t>
            </a:r>
          </a:p>
          <a:p>
            <a:pPr lvl="3"/>
            <a:r>
              <a:rPr/>
              <a:t>Texte niveau 4</a:t>
            </a:r>
          </a:p>
          <a:p>
            <a:pPr lvl="4"/>
            <a:r>
              <a:rPr/>
              <a:t>Texte niveau 5</a:t>
            </a:r>
          </a:p>
        </p:txBody>
      </p:sp>
      <p:sp>
        <p:nvSpPr>
          <p:cNvPr id="3" name="Espace réservé du numéro de diapositiv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defTabSz="455613">
              <a:defRPr sz="800"/>
            </a:lvl1pPr>
          </a:lstStyle>
          <a:p>
            <a:pPr>
              <a:defRPr/>
            </a:pPr>
            <a:fld id="{1A3B3432-5D82-45F9-8285-20200A375970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appel du Proje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/>
              <a:t>Texte niveau 1</a:t>
            </a:r>
          </a:p>
          <a:p>
            <a:pPr lvl="1"/>
            <a:r>
              <a:rPr/>
              <a:t>Texte niveau 2</a:t>
            </a:r>
          </a:p>
          <a:p>
            <a:pPr lvl="2"/>
            <a:r>
              <a:rPr/>
              <a:t>Texte niveau 3</a:t>
            </a:r>
          </a:p>
          <a:p>
            <a:pPr lvl="3"/>
            <a:r>
              <a:rPr/>
              <a:t>Texte niveau 4</a:t>
            </a:r>
          </a:p>
          <a:p>
            <a:pPr lvl="4"/>
            <a:r>
              <a:rPr/>
              <a:t>Texte niveau 5</a:t>
            </a:r>
          </a:p>
        </p:txBody>
      </p:sp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1686054" y="627528"/>
            <a:ext cx="7056110" cy="586909"/>
          </a:xfrm>
        </p:spPr>
        <p:txBody>
          <a:bodyPr/>
          <a:lstStyle/>
          <a:p>
            <a:r>
              <a:rPr lang="fr-FR" dirty="0" smtClean="0"/>
              <a:t>Cliquez et modifiez le titre</a:t>
            </a:r>
            <a:endParaRPr lang="fr-FR" dirty="0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0"/>
          </p:nvPr>
        </p:nvSpPr>
        <p:spPr>
          <a:xfrm>
            <a:off x="4362450" y="104775"/>
            <a:ext cx="4379714" cy="373343"/>
          </a:xfrm>
          <a:ln>
            <a:solidFill>
              <a:schemeClr val="bg1"/>
            </a:solidFill>
          </a:ln>
        </p:spPr>
        <p:txBody>
          <a:bodyPr>
            <a:normAutofit/>
          </a:bodyPr>
          <a:lstStyle>
            <a:lvl1pPr marL="0" indent="0" algn="r">
              <a:buFont typeface="Arial"/>
              <a:buNone/>
              <a:defRPr sz="1800" i="1">
                <a:solidFill>
                  <a:srgbClr val="0E4263"/>
                </a:solidFill>
              </a:defRPr>
            </a:lvl1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defTabSz="455613">
              <a:defRPr sz="800"/>
            </a:lvl1pPr>
          </a:lstStyle>
          <a:p>
            <a:pPr>
              <a:defRPr/>
            </a:pPr>
            <a:fld id="{BB2CDACE-DD3F-4C52-8868-19EC38CA3825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2647E88-A699-40A6-B815-89DD35F19829}" type="datetimeFigureOut">
              <a:rPr lang="fr-FR" smtClean="0"/>
              <a:pPr/>
              <a:t>19/07/17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775E02-FB8F-4C96-9F6A-B8FC9BBCF9F6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0702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.jpeg"/><Relationship Id="rId1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hape 2"/>
          <p:cNvSpPr>
            <a:spLocks noChangeArrowheads="1"/>
          </p:cNvSpPr>
          <p:nvPr/>
        </p:nvSpPr>
        <p:spPr bwMode="auto">
          <a:xfrm>
            <a:off x="401638" y="1253674"/>
            <a:ext cx="8345487" cy="0"/>
          </a:xfrm>
          <a:prstGeom prst="rect">
            <a:avLst/>
          </a:prstGeom>
          <a:solidFill>
            <a:srgbClr val="0C465C"/>
          </a:solidFill>
          <a:ln w="25400">
            <a:solidFill>
              <a:srgbClr val="0C465C"/>
            </a:solidFill>
            <a:miter lim="400000"/>
            <a:headEnd/>
            <a:tailEnd/>
          </a:ln>
        </p:spPr>
        <p:txBody>
          <a:bodyPr lIns="0" tIns="0" rIns="0" bIns="0" anchor="ctr"/>
          <a:lstStyle/>
          <a:p>
            <a:pPr defTabSz="320675">
              <a:defRPr/>
            </a:pPr>
            <a:endParaRPr lang="fr-FR" sz="1200">
              <a:solidFill>
                <a:srgbClr val="000000"/>
              </a:solidFill>
              <a:latin typeface="Helvetica" pitchFamily="1" charset="0"/>
              <a:sym typeface="Helvetica" pitchFamily="1" charset="0"/>
            </a:endParaRPr>
          </a:p>
        </p:txBody>
      </p:sp>
      <p:sp>
        <p:nvSpPr>
          <p:cNvPr id="2051" name="Shape 3"/>
          <p:cNvSpPr>
            <a:spLocks noGrp="1"/>
          </p:cNvSpPr>
          <p:nvPr>
            <p:ph type="title"/>
          </p:nvPr>
        </p:nvSpPr>
        <p:spPr bwMode="auto">
          <a:xfrm>
            <a:off x="1685925" y="231775"/>
            <a:ext cx="7056438" cy="982663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>
                <a:sym typeface="Helvetica Neue Light" pitchFamily="1" charset="0"/>
              </a:rPr>
              <a:t>Texte du titre</a:t>
            </a:r>
          </a:p>
        </p:txBody>
      </p:sp>
      <p:sp>
        <p:nvSpPr>
          <p:cNvPr id="2052" name="Shape 4"/>
          <p:cNvSpPr>
            <a:spLocks noGrp="1"/>
          </p:cNvSpPr>
          <p:nvPr>
            <p:ph type="body" idx="1"/>
          </p:nvPr>
        </p:nvSpPr>
        <p:spPr bwMode="auto">
          <a:xfrm>
            <a:off x="401638" y="1562100"/>
            <a:ext cx="8340725" cy="4687888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>
                <a:sym typeface="Helvetica Neue Light" pitchFamily="1" charset="0"/>
              </a:rPr>
              <a:t>Texte niveau 1</a:t>
            </a:r>
          </a:p>
          <a:p>
            <a:pPr lvl="1"/>
            <a:r>
              <a:rPr lang="fr-FR" smtClean="0">
                <a:sym typeface="Helvetica Neue Light" pitchFamily="1" charset="0"/>
              </a:rPr>
              <a:t>Texte niveau 2</a:t>
            </a:r>
          </a:p>
          <a:p>
            <a:pPr lvl="2"/>
            <a:r>
              <a:rPr lang="fr-FR" smtClean="0">
                <a:sym typeface="Helvetica Neue Light" pitchFamily="1" charset="0"/>
              </a:rPr>
              <a:t>Texte niveau 3</a:t>
            </a:r>
          </a:p>
          <a:p>
            <a:pPr lvl="3"/>
            <a:r>
              <a:rPr lang="fr-FR" smtClean="0">
                <a:sym typeface="Helvetica Neue Light" pitchFamily="1" charset="0"/>
              </a:rPr>
              <a:t>Texte niveau 4</a:t>
            </a:r>
          </a:p>
          <a:p>
            <a:pPr lvl="4"/>
            <a:r>
              <a:rPr lang="fr-FR" smtClean="0">
                <a:sym typeface="Helvetica Neue Light" pitchFamily="1" charset="0"/>
              </a:rPr>
              <a:t>Texte niveau 5</a:t>
            </a:r>
          </a:p>
        </p:txBody>
      </p:sp>
      <p:sp>
        <p:nvSpPr>
          <p:cNvPr id="2053" name="Espace réservé du numéro de diapositive 4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64281" tIns="32140" rIns="64281" bIns="32140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898989"/>
                </a:solidFill>
                <a:latin typeface="Helvetica Neue Light" pitchFamily="1" charset="0"/>
                <a:sym typeface="Helvetica Neue Light" pitchFamily="1" charset="0"/>
              </a:defRPr>
            </a:lvl1pPr>
          </a:lstStyle>
          <a:p>
            <a:pPr>
              <a:defRPr/>
            </a:pPr>
            <a:fld id="{910439F3-7144-4880-ADCF-95245D8AF87C}" type="slidenum">
              <a:rPr lang="fr-FR"/>
              <a:pPr>
                <a:defRPr/>
              </a:pPr>
              <a:t>‹#›</a:t>
            </a:fld>
            <a:endParaRPr lang="fr-FR"/>
          </a:p>
        </p:txBody>
      </p:sp>
      <p:pic>
        <p:nvPicPr>
          <p:cNvPr id="2054" name="Picture 2"/>
          <p:cNvPicPr>
            <a:picLocks noChangeAspect="1" noChangeArrowheads="1"/>
          </p:cNvPicPr>
          <p:nvPr userDrawn="1"/>
        </p:nvPicPr>
        <p:blipFill>
          <a:blip r:embed="rId11"/>
          <a:srcRect b="12198"/>
          <a:stretch>
            <a:fillRect/>
          </a:stretch>
        </p:blipFill>
        <p:spPr bwMode="auto">
          <a:xfrm>
            <a:off x="160338" y="6249988"/>
            <a:ext cx="1525587" cy="608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Image 9"/>
          <p:cNvPicPr>
            <a:picLocks noChangeAspect="1"/>
          </p:cNvPicPr>
          <p:nvPr userDrawn="1"/>
        </p:nvPicPr>
        <p:blipFill>
          <a:blip r:embed="rId12"/>
          <a:srcRect l="12589" t="27310" r="7419" b="23785"/>
          <a:stretch>
            <a:fillRect/>
          </a:stretch>
        </p:blipFill>
        <p:spPr bwMode="auto">
          <a:xfrm>
            <a:off x="316876" y="230742"/>
            <a:ext cx="3266822" cy="10011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03" r:id="rId1"/>
    <p:sldLayoutId id="2147484404" r:id="rId2"/>
    <p:sldLayoutId id="2147484406" r:id="rId3"/>
    <p:sldLayoutId id="2147484407" r:id="rId4"/>
    <p:sldLayoutId id="2147484408" r:id="rId5"/>
    <p:sldLayoutId id="2147484409" r:id="rId6"/>
    <p:sldLayoutId id="2147484410" r:id="rId7"/>
    <p:sldLayoutId id="2147484412" r:id="rId8"/>
    <p:sldLayoutId id="2147484413" r:id="rId9"/>
  </p:sldLayoutIdLst>
  <p:transition xmlns:p14="http://schemas.microsoft.com/office/powerpoint/2010/main" spd="med"/>
  <p:hf hdr="0" dt="0"/>
  <p:txStyles>
    <p:titleStyle>
      <a:lvl1pPr algn="r" defTabSz="409575" rtl="0" eaLnBrk="0" fontAlgn="base" hangingPunct="0">
        <a:spcBef>
          <a:spcPct val="0"/>
        </a:spcBef>
        <a:spcAft>
          <a:spcPct val="0"/>
        </a:spcAft>
        <a:defRPr sz="3000">
          <a:solidFill>
            <a:srgbClr val="0C465C"/>
          </a:solidFill>
          <a:latin typeface="+mn-lt"/>
          <a:ea typeface="MS PGothic" pitchFamily="34" charset="-128"/>
          <a:cs typeface="+mn-cs"/>
          <a:sym typeface="Helvetica Neue Light" pitchFamily="1" charset="0"/>
        </a:defRPr>
      </a:lvl1pPr>
      <a:lvl2pPr algn="r" defTabSz="409575" rtl="0" eaLnBrk="0" fontAlgn="base" hangingPunct="0">
        <a:spcBef>
          <a:spcPct val="0"/>
        </a:spcBef>
        <a:spcAft>
          <a:spcPct val="0"/>
        </a:spcAft>
        <a:defRPr sz="3000">
          <a:solidFill>
            <a:srgbClr val="0C465C"/>
          </a:solidFill>
          <a:latin typeface="+mn-lt"/>
          <a:ea typeface="MS PGothic" pitchFamily="34" charset="-128"/>
          <a:cs typeface="+mn-cs"/>
          <a:sym typeface="Helvetica Neue Light" pitchFamily="1" charset="0"/>
        </a:defRPr>
      </a:lvl2pPr>
      <a:lvl3pPr algn="r" defTabSz="409575" rtl="0" eaLnBrk="0" fontAlgn="base" hangingPunct="0">
        <a:spcBef>
          <a:spcPct val="0"/>
        </a:spcBef>
        <a:spcAft>
          <a:spcPct val="0"/>
        </a:spcAft>
        <a:defRPr sz="3000">
          <a:solidFill>
            <a:srgbClr val="0C465C"/>
          </a:solidFill>
          <a:latin typeface="+mn-lt"/>
          <a:ea typeface="MS PGothic" pitchFamily="34" charset="-128"/>
          <a:cs typeface="+mn-cs"/>
          <a:sym typeface="Helvetica Neue Light" pitchFamily="1" charset="0"/>
        </a:defRPr>
      </a:lvl3pPr>
      <a:lvl4pPr algn="r" defTabSz="409575" rtl="0" eaLnBrk="0" fontAlgn="base" hangingPunct="0">
        <a:spcBef>
          <a:spcPct val="0"/>
        </a:spcBef>
        <a:spcAft>
          <a:spcPct val="0"/>
        </a:spcAft>
        <a:defRPr sz="3000">
          <a:solidFill>
            <a:srgbClr val="0C465C"/>
          </a:solidFill>
          <a:latin typeface="+mn-lt"/>
          <a:ea typeface="MS PGothic" pitchFamily="34" charset="-128"/>
          <a:cs typeface="+mn-cs"/>
          <a:sym typeface="Helvetica Neue Light" pitchFamily="1" charset="0"/>
        </a:defRPr>
      </a:lvl4pPr>
      <a:lvl5pPr algn="r" defTabSz="409575" rtl="0" eaLnBrk="0" fontAlgn="base" hangingPunct="0">
        <a:spcBef>
          <a:spcPct val="0"/>
        </a:spcBef>
        <a:spcAft>
          <a:spcPct val="0"/>
        </a:spcAft>
        <a:defRPr sz="3000">
          <a:solidFill>
            <a:srgbClr val="0C465C"/>
          </a:solidFill>
          <a:latin typeface="+mn-lt"/>
          <a:ea typeface="MS PGothic" pitchFamily="34" charset="-128"/>
          <a:cs typeface="+mn-cs"/>
          <a:sym typeface="Helvetica Neue Light" pitchFamily="1" charset="0"/>
        </a:defRPr>
      </a:lvl5pPr>
      <a:lvl6pPr indent="803520" defTabSz="410688">
        <a:defRPr sz="3000">
          <a:latin typeface="+mn-lt"/>
          <a:ea typeface="+mn-ea"/>
          <a:cs typeface="+mn-cs"/>
          <a:sym typeface="Helvetica Neue Light"/>
        </a:defRPr>
      </a:lvl6pPr>
      <a:lvl7pPr indent="964224" defTabSz="410688">
        <a:defRPr sz="3000">
          <a:latin typeface="+mn-lt"/>
          <a:ea typeface="+mn-ea"/>
          <a:cs typeface="+mn-cs"/>
          <a:sym typeface="Helvetica Neue Light"/>
        </a:defRPr>
      </a:lvl7pPr>
      <a:lvl8pPr indent="1124930" defTabSz="410688">
        <a:defRPr sz="3000">
          <a:latin typeface="+mn-lt"/>
          <a:ea typeface="+mn-ea"/>
          <a:cs typeface="+mn-cs"/>
          <a:sym typeface="Helvetica Neue Light"/>
        </a:defRPr>
      </a:lvl8pPr>
      <a:lvl9pPr indent="1285631" defTabSz="410688">
        <a:defRPr sz="3000">
          <a:latin typeface="+mn-lt"/>
          <a:ea typeface="+mn-ea"/>
          <a:cs typeface="+mn-cs"/>
          <a:sym typeface="Helvetica Neue Light"/>
        </a:defRPr>
      </a:lvl9pPr>
    </p:titleStyle>
    <p:bodyStyle>
      <a:lvl1pPr marL="320675" indent="-320675" algn="l" defTabSz="409575" rtl="0" eaLnBrk="0" fontAlgn="base" hangingPunct="0">
        <a:spcBef>
          <a:spcPts val="2950"/>
        </a:spcBef>
        <a:spcAft>
          <a:spcPct val="0"/>
        </a:spcAft>
        <a:buSzPct val="75000"/>
        <a:buFont typeface="Helvetica Neue" pitchFamily="1" charset="0"/>
        <a:buChar char="•"/>
        <a:defRPr sz="2500">
          <a:solidFill>
            <a:srgbClr val="0C465C"/>
          </a:solidFill>
          <a:latin typeface="+mn-lt"/>
          <a:ea typeface="MS PGothic" pitchFamily="34" charset="-128"/>
          <a:cs typeface="+mn-cs"/>
          <a:sym typeface="Helvetica Neue Light" pitchFamily="1" charset="0"/>
        </a:defRPr>
      </a:lvl1pPr>
      <a:lvl2pPr marL="641350" indent="-320675" algn="l" defTabSz="409575" rtl="0" eaLnBrk="0" fontAlgn="base" hangingPunct="0">
        <a:spcBef>
          <a:spcPts val="2950"/>
        </a:spcBef>
        <a:spcAft>
          <a:spcPct val="0"/>
        </a:spcAft>
        <a:buSzPct val="75000"/>
        <a:buFont typeface="Helvetica Neue" pitchFamily="1" charset="0"/>
        <a:buChar char="•"/>
        <a:defRPr sz="2500">
          <a:solidFill>
            <a:srgbClr val="0C465C"/>
          </a:solidFill>
          <a:latin typeface="+mn-lt"/>
          <a:ea typeface="+mn-ea"/>
          <a:cs typeface="+mn-cs"/>
          <a:sym typeface="Helvetica Neue Light" pitchFamily="1" charset="0"/>
        </a:defRPr>
      </a:lvl2pPr>
      <a:lvl3pPr marL="963613" indent="-320675" algn="l" defTabSz="409575" rtl="0" eaLnBrk="0" fontAlgn="base" hangingPunct="0">
        <a:spcBef>
          <a:spcPts val="2950"/>
        </a:spcBef>
        <a:spcAft>
          <a:spcPct val="0"/>
        </a:spcAft>
        <a:buSzPct val="75000"/>
        <a:buFont typeface="Helvetica Neue" pitchFamily="1" charset="0"/>
        <a:buChar char="•"/>
        <a:defRPr sz="2500">
          <a:solidFill>
            <a:srgbClr val="0C465C"/>
          </a:solidFill>
          <a:latin typeface="+mn-lt"/>
          <a:ea typeface="+mn-ea"/>
          <a:cs typeface="+mn-cs"/>
          <a:sym typeface="Helvetica Neue Light" pitchFamily="1" charset="0"/>
        </a:defRPr>
      </a:lvl3pPr>
      <a:lvl4pPr marL="1284288" indent="-320675" algn="l" defTabSz="409575" rtl="0" eaLnBrk="0" fontAlgn="base" hangingPunct="0">
        <a:spcBef>
          <a:spcPts val="2950"/>
        </a:spcBef>
        <a:spcAft>
          <a:spcPct val="0"/>
        </a:spcAft>
        <a:buSzPct val="75000"/>
        <a:buFont typeface="Helvetica Neue" pitchFamily="1" charset="0"/>
        <a:buChar char="•"/>
        <a:defRPr sz="2500">
          <a:solidFill>
            <a:srgbClr val="0C465C"/>
          </a:solidFill>
          <a:latin typeface="+mn-lt"/>
          <a:ea typeface="+mn-ea"/>
          <a:cs typeface="+mn-cs"/>
          <a:sym typeface="Helvetica Neue Light" pitchFamily="1" charset="0"/>
        </a:defRPr>
      </a:lvl4pPr>
      <a:lvl5pPr marL="1606550" indent="-320675" algn="l" defTabSz="409575" rtl="0" eaLnBrk="0" fontAlgn="base" hangingPunct="0">
        <a:spcBef>
          <a:spcPts val="2950"/>
        </a:spcBef>
        <a:spcAft>
          <a:spcPct val="0"/>
        </a:spcAft>
        <a:buSzPct val="75000"/>
        <a:buFont typeface="Helvetica Neue" pitchFamily="1" charset="0"/>
        <a:buChar char="•"/>
        <a:defRPr sz="2500">
          <a:solidFill>
            <a:srgbClr val="0C465C"/>
          </a:solidFill>
          <a:latin typeface="+mn-lt"/>
          <a:ea typeface="+mn-ea"/>
          <a:cs typeface="+mn-cs"/>
          <a:sym typeface="Helvetica Neue Light" pitchFamily="1" charset="0"/>
        </a:defRPr>
      </a:lvl5pPr>
      <a:lvl6pPr marL="1928447" indent="-321407" defTabSz="410688">
        <a:spcBef>
          <a:spcPts val="2953"/>
        </a:spcBef>
        <a:buSzPct val="75000"/>
        <a:buFont typeface="Helvetica Neue"/>
        <a:buChar char="•"/>
        <a:defRPr sz="2500">
          <a:solidFill>
            <a:srgbClr val="747474"/>
          </a:solidFill>
          <a:latin typeface="+mn-lt"/>
          <a:ea typeface="+mn-ea"/>
          <a:cs typeface="+mn-cs"/>
          <a:sym typeface="Helvetica Neue Light"/>
        </a:defRPr>
      </a:lvl6pPr>
      <a:lvl7pPr marL="2249856" indent="-321407" defTabSz="410688">
        <a:spcBef>
          <a:spcPts val="2953"/>
        </a:spcBef>
        <a:buSzPct val="75000"/>
        <a:buFont typeface="Helvetica Neue"/>
        <a:buChar char="•"/>
        <a:defRPr sz="2500">
          <a:solidFill>
            <a:srgbClr val="747474"/>
          </a:solidFill>
          <a:latin typeface="+mn-lt"/>
          <a:ea typeface="+mn-ea"/>
          <a:cs typeface="+mn-cs"/>
          <a:sym typeface="Helvetica Neue Light"/>
        </a:defRPr>
      </a:lvl7pPr>
      <a:lvl8pPr marL="2571264" indent="-321407" defTabSz="410688">
        <a:spcBef>
          <a:spcPts val="2953"/>
        </a:spcBef>
        <a:buSzPct val="75000"/>
        <a:buFont typeface="Helvetica Neue"/>
        <a:buChar char="•"/>
        <a:defRPr sz="2500">
          <a:solidFill>
            <a:srgbClr val="747474"/>
          </a:solidFill>
          <a:latin typeface="+mn-lt"/>
          <a:ea typeface="+mn-ea"/>
          <a:cs typeface="+mn-cs"/>
          <a:sym typeface="Helvetica Neue Light"/>
        </a:defRPr>
      </a:lvl8pPr>
      <a:lvl9pPr marL="2892672" indent="-321407" defTabSz="410688">
        <a:spcBef>
          <a:spcPts val="2953"/>
        </a:spcBef>
        <a:buSzPct val="75000"/>
        <a:buFont typeface="Helvetica Neue"/>
        <a:buChar char="•"/>
        <a:defRPr sz="2500">
          <a:solidFill>
            <a:srgbClr val="747474"/>
          </a:solidFill>
          <a:latin typeface="+mn-lt"/>
          <a:ea typeface="+mn-ea"/>
          <a:cs typeface="+mn-cs"/>
          <a:sym typeface="Helvetica Neue Light"/>
        </a:defRPr>
      </a:lvl9pPr>
    </p:bodyStyle>
    <p:otherStyle>
      <a:lvl1pPr algn="r" defTabSz="410688">
        <a:defRPr sz="1000">
          <a:solidFill>
            <a:schemeClr val="tx1"/>
          </a:solidFill>
          <a:latin typeface="+mn-lt"/>
          <a:ea typeface="+mn-ea"/>
          <a:cs typeface="+mn-cs"/>
          <a:sym typeface="Helvetica Neue"/>
        </a:defRPr>
      </a:lvl1pPr>
      <a:lvl2pPr indent="160704" algn="r" defTabSz="410688">
        <a:defRPr sz="1000">
          <a:solidFill>
            <a:schemeClr val="tx1"/>
          </a:solidFill>
          <a:latin typeface="+mn-lt"/>
          <a:ea typeface="+mn-ea"/>
          <a:cs typeface="+mn-cs"/>
          <a:sym typeface="Helvetica Neue"/>
        </a:defRPr>
      </a:lvl2pPr>
      <a:lvl3pPr indent="321407" algn="r" defTabSz="410688">
        <a:defRPr sz="1000">
          <a:solidFill>
            <a:schemeClr val="tx1"/>
          </a:solidFill>
          <a:latin typeface="+mn-lt"/>
          <a:ea typeface="+mn-ea"/>
          <a:cs typeface="+mn-cs"/>
          <a:sym typeface="Helvetica Neue"/>
        </a:defRPr>
      </a:lvl3pPr>
      <a:lvl4pPr indent="482111" algn="r" defTabSz="410688">
        <a:defRPr sz="1000">
          <a:solidFill>
            <a:schemeClr val="tx1"/>
          </a:solidFill>
          <a:latin typeface="+mn-lt"/>
          <a:ea typeface="+mn-ea"/>
          <a:cs typeface="+mn-cs"/>
          <a:sym typeface="Helvetica Neue"/>
        </a:defRPr>
      </a:lvl4pPr>
      <a:lvl5pPr indent="642816" algn="r" defTabSz="410688">
        <a:defRPr sz="1000">
          <a:solidFill>
            <a:schemeClr val="tx1"/>
          </a:solidFill>
          <a:latin typeface="+mn-lt"/>
          <a:ea typeface="+mn-ea"/>
          <a:cs typeface="+mn-cs"/>
          <a:sym typeface="Helvetica Neue"/>
        </a:defRPr>
      </a:lvl5pPr>
      <a:lvl6pPr indent="803520" algn="r" defTabSz="410688">
        <a:defRPr sz="1000">
          <a:solidFill>
            <a:schemeClr val="tx1"/>
          </a:solidFill>
          <a:latin typeface="+mn-lt"/>
          <a:ea typeface="+mn-ea"/>
          <a:cs typeface="+mn-cs"/>
          <a:sym typeface="Helvetica Neue"/>
        </a:defRPr>
      </a:lvl6pPr>
      <a:lvl7pPr indent="964224" algn="r" defTabSz="410688">
        <a:defRPr sz="1000">
          <a:solidFill>
            <a:schemeClr val="tx1"/>
          </a:solidFill>
          <a:latin typeface="+mn-lt"/>
          <a:ea typeface="+mn-ea"/>
          <a:cs typeface="+mn-cs"/>
          <a:sym typeface="Helvetica Neue"/>
        </a:defRPr>
      </a:lvl7pPr>
      <a:lvl8pPr indent="1124930" algn="r" defTabSz="410688">
        <a:defRPr sz="1000">
          <a:solidFill>
            <a:schemeClr val="tx1"/>
          </a:solidFill>
          <a:latin typeface="+mn-lt"/>
          <a:ea typeface="+mn-ea"/>
          <a:cs typeface="+mn-cs"/>
          <a:sym typeface="Helvetica Neue"/>
        </a:defRPr>
      </a:lvl8pPr>
      <a:lvl9pPr indent="1285631" algn="r" defTabSz="410688">
        <a:defRPr sz="1000">
          <a:solidFill>
            <a:schemeClr val="tx1"/>
          </a:solidFill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emf"/><Relationship Id="rId5" Type="http://schemas.openxmlformats.org/officeDocument/2006/relationships/image" Target="../media/image7.jpe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1" Type="http://schemas.openxmlformats.org/officeDocument/2006/relationships/slideLayout" Target="../slideLayouts/slideLayout4.xml"/><Relationship Id="rId2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Relationship Id="rId7" Type="http://schemas.openxmlformats.org/officeDocument/2006/relationships/image" Target="../media/image10.jpeg"/><Relationship Id="rId8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2" Type="http://schemas.openxmlformats.org/officeDocument/2006/relationships/diagramData" Target="../diagrams/data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Projet LUMEN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96471" y="3437831"/>
            <a:ext cx="8340328" cy="1784548"/>
          </a:xfrm>
        </p:spPr>
        <p:txBody>
          <a:bodyPr/>
          <a:lstStyle/>
          <a:p>
            <a:pPr algn="ctr"/>
            <a:r>
              <a:rPr lang="en-US" sz="2000" dirty="0" smtClean="0"/>
              <a:t>Marc LECHUGA, Ismael GOMEZ</a:t>
            </a:r>
          </a:p>
          <a:p>
            <a:pPr algn="ctr"/>
            <a:endParaRPr lang="fr-FR" dirty="0" smtClean="0"/>
          </a:p>
          <a:p>
            <a:pPr algn="ctr"/>
            <a:endParaRPr lang="fr-FR" dirty="0" smtClean="0"/>
          </a:p>
          <a:p>
            <a:pPr algn="ctr"/>
            <a:r>
              <a:rPr lang="fr-FR" sz="2400" dirty="0" smtClean="0"/>
              <a:t>Professeur Eric SOUIED,</a:t>
            </a:r>
          </a:p>
          <a:p>
            <a:pPr algn="ctr"/>
            <a:r>
              <a:rPr lang="fr-FR" sz="2400" dirty="0" smtClean="0"/>
              <a:t>Service d’Ophtalmologie du</a:t>
            </a:r>
          </a:p>
          <a:p>
            <a:pPr algn="ctr"/>
            <a:r>
              <a:rPr lang="fr-FR" sz="2400" dirty="0" smtClean="0"/>
              <a:t>Centre Hospitalier Intercommunal de Créteil</a:t>
            </a:r>
          </a:p>
          <a:p>
            <a:pPr algn="ctr"/>
            <a:endParaRPr lang="fr-FR" sz="2400" dirty="0" smtClean="0"/>
          </a:p>
          <a:p>
            <a:pPr algn="ctr"/>
            <a:r>
              <a:rPr lang="fr-FR" sz="2000" dirty="0" smtClean="0"/>
              <a:t>19 juillet 2017</a:t>
            </a:r>
          </a:p>
          <a:p>
            <a:pPr algn="ctr"/>
            <a:endParaRPr lang="fr-FR" sz="20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A934902-9684-4A68-9EFF-F6C51F8E52FA}" type="slidenum">
              <a:rPr lang="fr-FR" smtClean="0"/>
              <a:pPr>
                <a:defRPr/>
              </a:pPr>
              <a:t>1</a:t>
            </a:fld>
            <a:endParaRPr lang="fr-FR"/>
          </a:p>
        </p:txBody>
      </p:sp>
      <p:pic>
        <p:nvPicPr>
          <p:cNvPr id="7" name="Picture 12" descr="Résultat de recherche d'images pour &quot;Fcrin logo&quot;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203592" y="6079628"/>
            <a:ext cx="533207" cy="581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u texte 3"/>
          <p:cNvSpPr>
            <a:spLocks noGrp="1"/>
          </p:cNvSpPr>
          <p:nvPr>
            <p:ph type="body" idx="1"/>
          </p:nvPr>
        </p:nvSpPr>
        <p:spPr>
          <a:xfrm>
            <a:off x="299139" y="1968134"/>
            <a:ext cx="8973909" cy="3634519"/>
          </a:xfrm>
        </p:spPr>
        <p:txBody>
          <a:bodyPr/>
          <a:lstStyle/>
          <a:p>
            <a:pPr eaLnBrk="1" hangingPunct="1">
              <a:lnSpc>
                <a:spcPct val="250000"/>
              </a:lnSpc>
              <a:spcBef>
                <a:spcPts val="0"/>
              </a:spcBef>
              <a:spcAft>
                <a:spcPts val="1200"/>
              </a:spcAft>
              <a:buFont typeface="Wingdings" charset="2"/>
              <a:buChar char="Ø"/>
            </a:pPr>
            <a:r>
              <a:rPr lang="fr-FR" sz="1800" b="1" dirty="0" smtClean="0">
                <a:latin typeface="Helvetica" pitchFamily="1" charset="0"/>
              </a:rPr>
              <a:t>Un système d’information partagé, adapté à la pratique courante.</a:t>
            </a:r>
          </a:p>
          <a:p>
            <a:pPr eaLnBrk="1" hangingPunct="1">
              <a:lnSpc>
                <a:spcPct val="250000"/>
              </a:lnSpc>
              <a:spcBef>
                <a:spcPts val="0"/>
              </a:spcBef>
              <a:spcAft>
                <a:spcPts val="1200"/>
              </a:spcAft>
              <a:buFont typeface="Wingdings" charset="2"/>
              <a:buChar char="Ø"/>
            </a:pPr>
            <a:r>
              <a:rPr lang="fr-FR" sz="1800" b="1" dirty="0" smtClean="0">
                <a:latin typeface="Helvetica" pitchFamily="1" charset="0"/>
              </a:rPr>
              <a:t>Un réseau de centre experts.</a:t>
            </a:r>
          </a:p>
          <a:p>
            <a:pPr eaLnBrk="1" hangingPunct="1">
              <a:lnSpc>
                <a:spcPct val="250000"/>
              </a:lnSpc>
              <a:spcBef>
                <a:spcPts val="0"/>
              </a:spcBef>
              <a:spcAft>
                <a:spcPts val="1200"/>
              </a:spcAft>
              <a:buFont typeface="Wingdings" charset="2"/>
              <a:buChar char="Ø"/>
            </a:pPr>
            <a:r>
              <a:rPr lang="fr-FR" sz="1800" b="1" dirty="0" smtClean="0">
                <a:latin typeface="Helvetica" pitchFamily="1" charset="0"/>
              </a:rPr>
              <a:t>Un outil de référence capable d’interopérabilité (FRB!, SNIIRAM etc.) </a:t>
            </a:r>
          </a:p>
        </p:txBody>
      </p:sp>
      <p:sp>
        <p:nvSpPr>
          <p:cNvPr id="16387" name="Espace réservé du numéro de diapositive 2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18309D9A-849F-4657-8248-9CC1D21C3F47}" type="slidenum">
              <a:rPr lang="fr-FR" smtClean="0"/>
              <a:pPr/>
              <a:t>2</a:t>
            </a:fld>
            <a:endParaRPr lang="fr-FR" smtClean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66393" y="609058"/>
            <a:ext cx="8039403" cy="586909"/>
          </a:xfrm>
        </p:spPr>
        <p:txBody>
          <a:bodyPr/>
          <a:lstStyle/>
          <a:p>
            <a:r>
              <a:rPr lang="fr-FR" sz="2400" dirty="0" smtClean="0"/>
              <a:t>Générateur de connaissances sur la DMLA en France</a:t>
            </a:r>
            <a:endParaRPr lang="fr-FR" sz="2400" dirty="0"/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u texte 3"/>
          <p:cNvSpPr>
            <a:spLocks noGrp="1"/>
          </p:cNvSpPr>
          <p:nvPr>
            <p:ph type="body" idx="1"/>
          </p:nvPr>
        </p:nvSpPr>
        <p:spPr>
          <a:xfrm>
            <a:off x="566938" y="1864406"/>
            <a:ext cx="8340725" cy="3634519"/>
          </a:xfrm>
        </p:spPr>
        <p:txBody>
          <a:bodyPr/>
          <a:lstStyle/>
          <a:p>
            <a:pPr eaLnBrk="1" hangingPunct="1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fr-FR" sz="1800" b="1" dirty="0">
                <a:latin typeface="Helvetica" pitchFamily="1" charset="0"/>
              </a:rPr>
              <a:t>Périmètre d’investigation : DMLA exsudative </a:t>
            </a:r>
            <a:r>
              <a:rPr lang="fr-FR" sz="1800" b="1" u="sng" dirty="0">
                <a:latin typeface="Helvetica" pitchFamily="1" charset="0"/>
              </a:rPr>
              <a:t>et</a:t>
            </a:r>
            <a:r>
              <a:rPr lang="fr-FR" sz="1800" b="1" dirty="0">
                <a:latin typeface="Helvetica" pitchFamily="1" charset="0"/>
              </a:rPr>
              <a:t> </a:t>
            </a:r>
            <a:r>
              <a:rPr lang="fr-FR" sz="1800" b="1" dirty="0" smtClean="0">
                <a:latin typeface="Helvetica" pitchFamily="1" charset="0"/>
              </a:rPr>
              <a:t>atrophique</a:t>
            </a:r>
          </a:p>
          <a:p>
            <a:pPr eaLnBrk="1" hangingPunct="1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fr-FR" sz="1800" b="1" dirty="0" smtClean="0">
                <a:latin typeface="Helvetica" pitchFamily="1" charset="0"/>
              </a:rPr>
              <a:t>Epidémiologie descriptive de la maladie</a:t>
            </a:r>
          </a:p>
          <a:p>
            <a:pPr eaLnBrk="1" hangingPunct="1">
              <a:lnSpc>
                <a:spcPct val="2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fr-FR" sz="1800" b="1" dirty="0">
                <a:latin typeface="Helvetica" pitchFamily="1" charset="0"/>
              </a:rPr>
              <a:t>H</a:t>
            </a:r>
            <a:r>
              <a:rPr lang="fr-FR" sz="1800" b="1" dirty="0" smtClean="0">
                <a:latin typeface="Helvetica" pitchFamily="1" charset="0"/>
              </a:rPr>
              <a:t>istoire </a:t>
            </a:r>
            <a:r>
              <a:rPr lang="fr-FR" sz="1800" b="1" dirty="0">
                <a:latin typeface="Helvetica" pitchFamily="1" charset="0"/>
              </a:rPr>
              <a:t>naturelle de la </a:t>
            </a:r>
            <a:r>
              <a:rPr lang="fr-FR" sz="1800" b="1" dirty="0" smtClean="0">
                <a:latin typeface="Helvetica" pitchFamily="1" charset="0"/>
              </a:rPr>
              <a:t>DMLA en France</a:t>
            </a:r>
            <a:endParaRPr lang="fr-FR" sz="1800" b="1" dirty="0">
              <a:latin typeface="Helvetica" pitchFamily="1" charset="0"/>
            </a:endParaRPr>
          </a:p>
          <a:p>
            <a:pPr eaLnBrk="1" hangingPunct="1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fr-FR" sz="1800" b="1" dirty="0" smtClean="0">
                <a:latin typeface="Helvetica" pitchFamily="1" charset="0"/>
              </a:rPr>
              <a:t>Evaluation </a:t>
            </a:r>
            <a:r>
              <a:rPr lang="fr-FR" sz="1800" b="1" dirty="0">
                <a:latin typeface="Helvetica" pitchFamily="1" charset="0"/>
              </a:rPr>
              <a:t>de l’efficacité thérapeutique en pratique </a:t>
            </a:r>
            <a:r>
              <a:rPr lang="fr-FR" sz="1800" b="1" dirty="0" smtClean="0">
                <a:latin typeface="Helvetica" pitchFamily="1" charset="0"/>
              </a:rPr>
              <a:t>courante</a:t>
            </a:r>
          </a:p>
          <a:p>
            <a:pPr eaLnBrk="1" hangingPunct="1">
              <a:lnSpc>
                <a:spcPct val="2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fr-FR" sz="1800" b="1" dirty="0" smtClean="0">
                <a:latin typeface="Helvetica" pitchFamily="1" charset="0"/>
              </a:rPr>
              <a:t>Mise à disposition d</a:t>
            </a:r>
            <a:r>
              <a:rPr lang="fr-FR" altLang="fr-FR" sz="1800" b="1" dirty="0" smtClean="0">
                <a:latin typeface="Helvetica" pitchFamily="1" charset="0"/>
              </a:rPr>
              <a:t>’</a:t>
            </a:r>
            <a:r>
              <a:rPr lang="fr-FR" sz="1800" b="1" dirty="0" smtClean="0">
                <a:latin typeface="Helvetica" pitchFamily="1" charset="0"/>
              </a:rPr>
              <a:t>outils pour les ophtalmologues (tableaux de bord)</a:t>
            </a:r>
          </a:p>
          <a:p>
            <a:pPr ea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fr-FR" sz="1800" b="1" dirty="0" smtClean="0">
                <a:latin typeface="Helvetica"/>
                <a:cs typeface="Helvetica"/>
              </a:rPr>
              <a:t>Recrutement </a:t>
            </a:r>
            <a:r>
              <a:rPr lang="fr-FR" sz="1800" b="1" dirty="0">
                <a:latin typeface="Helvetica"/>
                <a:cs typeface="Helvetica"/>
              </a:rPr>
              <a:t>de patients éligibles pour des études cliniques</a:t>
            </a:r>
          </a:p>
          <a:p>
            <a:pPr lvl="1" ea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endParaRPr lang="fr-FR" sz="1600" i="1" dirty="0" smtClean="0"/>
          </a:p>
        </p:txBody>
      </p:sp>
      <p:sp>
        <p:nvSpPr>
          <p:cNvPr id="16387" name="Espace réservé du numéro de diapositive 2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18309D9A-849F-4657-8248-9CC1D21C3F47}" type="slidenum">
              <a:rPr lang="fr-FR" smtClean="0"/>
              <a:pPr/>
              <a:t>3</a:t>
            </a:fld>
            <a:endParaRPr lang="fr-FR" smtClean="0"/>
          </a:p>
        </p:txBody>
      </p:sp>
      <p:sp>
        <p:nvSpPr>
          <p:cNvPr id="16388" name="Titre 5"/>
          <p:cNvSpPr>
            <a:spLocks noGrp="1"/>
          </p:cNvSpPr>
          <p:nvPr>
            <p:ph type="title"/>
          </p:nvPr>
        </p:nvSpPr>
        <p:spPr>
          <a:xfrm>
            <a:off x="1685925" y="627063"/>
            <a:ext cx="7056438" cy="587375"/>
          </a:xfrm>
        </p:spPr>
        <p:txBody>
          <a:bodyPr/>
          <a:lstStyle/>
          <a:p>
            <a:pPr eaLnBrk="1" hangingPunct="1"/>
            <a:r>
              <a:rPr lang="fr-FR" dirty="0" smtClean="0"/>
              <a:t>Objectifs</a:t>
            </a:r>
          </a:p>
        </p:txBody>
      </p:sp>
    </p:spTree>
    <p:extLst>
      <p:ext uri="{BB962C8B-B14F-4D97-AF65-F5344CB8AC3E}">
        <p14:creationId xmlns:p14="http://schemas.microsoft.com/office/powerpoint/2010/main" val="2335168790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e 22"/>
          <p:cNvGrpSpPr/>
          <p:nvPr/>
        </p:nvGrpSpPr>
        <p:grpSpPr>
          <a:xfrm>
            <a:off x="861797" y="1442131"/>
            <a:ext cx="7137015" cy="5357813"/>
            <a:chOff x="2353218" y="517042"/>
            <a:chExt cx="5561474" cy="6274916"/>
          </a:xfrm>
        </p:grpSpPr>
        <p:sp>
          <p:nvSpPr>
            <p:cNvPr id="38" name="Rectangle à coins arrondis 37"/>
            <p:cNvSpPr/>
            <p:nvPr/>
          </p:nvSpPr>
          <p:spPr>
            <a:xfrm>
              <a:off x="4760372" y="1379155"/>
              <a:ext cx="3154320" cy="1730976"/>
            </a:xfrm>
            <a:prstGeom prst="roundRect">
              <a:avLst/>
            </a:prstGeom>
            <a:noFill/>
            <a:ln w="28575">
              <a:solidFill>
                <a:srgbClr val="FC86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3" name="Image 1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1641" y="1647039"/>
              <a:ext cx="632678" cy="838695"/>
            </a:xfrm>
            <a:prstGeom prst="rect">
              <a:avLst/>
            </a:prstGeom>
          </p:spPr>
        </p:pic>
        <p:pic>
          <p:nvPicPr>
            <p:cNvPr id="1026" name="Picture 2" descr="Image associée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83238" y="517042"/>
              <a:ext cx="759072" cy="10120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ZoneTexte 4"/>
            <p:cNvSpPr txBox="1"/>
            <p:nvPr/>
          </p:nvSpPr>
          <p:spPr>
            <a:xfrm>
              <a:off x="3555240" y="1460068"/>
              <a:ext cx="1029033" cy="3604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 smtClean="0"/>
                <a:t>Ophtalmologue</a:t>
              </a:r>
              <a:endParaRPr lang="fr-FR" sz="1400" dirty="0"/>
            </a:p>
          </p:txBody>
        </p:sp>
        <p:sp>
          <p:nvSpPr>
            <p:cNvPr id="6" name="Flèche vers le bas 5"/>
            <p:cNvSpPr/>
            <p:nvPr/>
          </p:nvSpPr>
          <p:spPr>
            <a:xfrm rot="2757719">
              <a:off x="3277334" y="1238662"/>
              <a:ext cx="304800" cy="428884"/>
            </a:xfrm>
            <a:prstGeom prst="downArrow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Flèche vers le bas 7"/>
            <p:cNvSpPr/>
            <p:nvPr/>
          </p:nvSpPr>
          <p:spPr>
            <a:xfrm rot="18842281" flipH="1">
              <a:off x="4649394" y="1238662"/>
              <a:ext cx="304800" cy="428884"/>
            </a:xfrm>
            <a:prstGeom prst="downArrow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ZoneTexte 8"/>
            <p:cNvSpPr txBox="1"/>
            <p:nvPr/>
          </p:nvSpPr>
          <p:spPr>
            <a:xfrm>
              <a:off x="3206424" y="3922107"/>
              <a:ext cx="26294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smtClean="0">
                  <a:solidFill>
                    <a:schemeClr val="bg2">
                      <a:lumMod val="50000"/>
                    </a:schemeClr>
                  </a:solidFill>
                </a:rPr>
                <a:t>Base de données de santé</a:t>
              </a:r>
              <a:endParaRPr lang="fr-FR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pic>
          <p:nvPicPr>
            <p:cNvPr id="11" name="Image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92619" y="4401701"/>
              <a:ext cx="1033046" cy="1406400"/>
            </a:xfrm>
            <a:prstGeom prst="rect">
              <a:avLst/>
            </a:prstGeom>
          </p:spPr>
        </p:pic>
        <p:sp>
          <p:nvSpPr>
            <p:cNvPr id="16" name="ZoneTexte 15"/>
            <p:cNvSpPr txBox="1"/>
            <p:nvPr/>
          </p:nvSpPr>
          <p:spPr>
            <a:xfrm>
              <a:off x="2353218" y="2420697"/>
              <a:ext cx="18133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 smtClean="0">
                  <a:solidFill>
                    <a:srgbClr val="0070C0"/>
                  </a:solidFill>
                </a:rPr>
                <a:t>Formulaire DMLA web</a:t>
              </a:r>
              <a:endParaRPr lang="fr-FR" sz="1400" dirty="0">
                <a:solidFill>
                  <a:srgbClr val="0070C0"/>
                </a:solidFill>
              </a:endParaRPr>
            </a:p>
          </p:txBody>
        </p:sp>
        <p:grpSp>
          <p:nvGrpSpPr>
            <p:cNvPr id="2" name="Groupe 19"/>
            <p:cNvGrpSpPr/>
            <p:nvPr/>
          </p:nvGrpSpPr>
          <p:grpSpPr>
            <a:xfrm>
              <a:off x="4563091" y="1565780"/>
              <a:ext cx="1578253" cy="1396107"/>
              <a:chOff x="6638718" y="1593753"/>
              <a:chExt cx="2104337" cy="1396107"/>
            </a:xfrm>
          </p:grpSpPr>
          <p:pic>
            <p:nvPicPr>
              <p:cNvPr id="12" name="Image 11"/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206323" y="1593753"/>
                <a:ext cx="920584" cy="915263"/>
              </a:xfrm>
              <a:prstGeom prst="rect">
                <a:avLst/>
              </a:prstGeom>
            </p:spPr>
          </p:pic>
          <p:sp>
            <p:nvSpPr>
              <p:cNvPr id="17" name="ZoneTexte 16"/>
              <p:cNvSpPr txBox="1"/>
              <p:nvPr/>
            </p:nvSpPr>
            <p:spPr>
              <a:xfrm>
                <a:off x="6638718" y="2466640"/>
                <a:ext cx="210433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fr-FR" sz="1400" dirty="0" smtClean="0">
                    <a:solidFill>
                      <a:srgbClr val="FC8604"/>
                    </a:solidFill>
                  </a:rPr>
                  <a:t>Formulaire DMLA</a:t>
                </a:r>
              </a:p>
              <a:p>
                <a:pPr algn="ctr"/>
                <a:r>
                  <a:rPr lang="fr-FR" sz="1400" dirty="0" smtClean="0">
                    <a:solidFill>
                      <a:srgbClr val="FC8604"/>
                    </a:solidFill>
                  </a:rPr>
                  <a:t>- centre de collecte</a:t>
                </a:r>
              </a:p>
            </p:txBody>
          </p:sp>
        </p:grpSp>
        <p:sp>
          <p:nvSpPr>
            <p:cNvPr id="15" name="ZoneTexte 14"/>
            <p:cNvSpPr txBox="1"/>
            <p:nvPr/>
          </p:nvSpPr>
          <p:spPr>
            <a:xfrm>
              <a:off x="6509988" y="1594076"/>
              <a:ext cx="1266867" cy="1200331"/>
            </a:xfrm>
            <a:prstGeom prst="rect">
              <a:avLst/>
            </a:prstGeom>
            <a:ln w="28575">
              <a:solidFill>
                <a:srgbClr val="FC8604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fr-FR" dirty="0" smtClean="0">
                  <a:solidFill>
                    <a:srgbClr val="FC8604"/>
                  </a:solidFill>
                </a:rPr>
                <a:t>Dossier Patient Informatisé</a:t>
              </a:r>
              <a:endParaRPr lang="fr-FR" dirty="0">
                <a:solidFill>
                  <a:srgbClr val="FC8604"/>
                </a:solidFill>
              </a:endParaRPr>
            </a:p>
          </p:txBody>
        </p:sp>
        <p:sp>
          <p:nvSpPr>
            <p:cNvPr id="27" name="Flèche droite 26"/>
            <p:cNvSpPr/>
            <p:nvPr/>
          </p:nvSpPr>
          <p:spPr>
            <a:xfrm>
              <a:off x="5738751" y="1910736"/>
              <a:ext cx="689452" cy="307506"/>
            </a:xfrm>
            <a:prstGeom prst="rightArrow">
              <a:avLst/>
            </a:prstGeom>
            <a:solidFill>
              <a:srgbClr val="FC8604"/>
            </a:solidFill>
            <a:ln>
              <a:solidFill>
                <a:srgbClr val="FC86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1" name="Rectangle à coins arrondis 30"/>
            <p:cNvSpPr/>
            <p:nvPr/>
          </p:nvSpPr>
          <p:spPr>
            <a:xfrm>
              <a:off x="6420780" y="3745281"/>
              <a:ext cx="1465289" cy="657225"/>
            </a:xfrm>
            <a:prstGeom prst="roundRect">
              <a:avLst/>
            </a:prstGeom>
            <a:no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b="1" dirty="0" smtClean="0">
                  <a:solidFill>
                    <a:srgbClr val="FC8604"/>
                  </a:solidFill>
                </a:rPr>
                <a:t>Pseudonymisation</a:t>
              </a:r>
            </a:p>
            <a:p>
              <a:pPr algn="ctr"/>
              <a:r>
                <a:rPr lang="fr-FR" sz="1400" b="1" dirty="0" smtClean="0">
                  <a:solidFill>
                    <a:srgbClr val="FC8604"/>
                  </a:solidFill>
                </a:rPr>
                <a:t>(locale)</a:t>
              </a:r>
              <a:endParaRPr lang="fr-FR" sz="1400" b="1" dirty="0">
                <a:solidFill>
                  <a:srgbClr val="FC8604"/>
                </a:solidFill>
              </a:endParaRPr>
            </a:p>
          </p:txBody>
        </p:sp>
        <p:sp>
          <p:nvSpPr>
            <p:cNvPr id="32" name="Flèche vers le bas 31"/>
            <p:cNvSpPr/>
            <p:nvPr/>
          </p:nvSpPr>
          <p:spPr>
            <a:xfrm>
              <a:off x="7031071" y="2864625"/>
              <a:ext cx="226430" cy="903297"/>
            </a:xfrm>
            <a:prstGeom prst="downArrow">
              <a:avLst/>
            </a:prstGeom>
            <a:solidFill>
              <a:srgbClr val="FC8604"/>
            </a:solidFill>
            <a:ln>
              <a:solidFill>
                <a:srgbClr val="FC86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3" name="Flèche à angle droit 32"/>
            <p:cNvSpPr/>
            <p:nvPr/>
          </p:nvSpPr>
          <p:spPr>
            <a:xfrm rot="16200000" flipH="1">
              <a:off x="5538182" y="3870615"/>
              <a:ext cx="1075744" cy="2273825"/>
            </a:xfrm>
            <a:prstGeom prst="bentUpArrow">
              <a:avLst>
                <a:gd name="adj1" fmla="val 14323"/>
                <a:gd name="adj2" fmla="val 14742"/>
                <a:gd name="adj3" fmla="val 25064"/>
              </a:avLst>
            </a:prstGeom>
            <a:solidFill>
              <a:srgbClr val="FC8604"/>
            </a:solidFill>
            <a:ln>
              <a:solidFill>
                <a:srgbClr val="FC860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034" name="Picture 10" descr="Résultat de recherche d'images pour &quot;epiconcept&quot;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60944" y="4571525"/>
              <a:ext cx="620136" cy="3032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" name="Flèche à angle droit 33"/>
            <p:cNvSpPr/>
            <p:nvPr/>
          </p:nvSpPr>
          <p:spPr>
            <a:xfrm rot="5400000">
              <a:off x="1854585" y="3922397"/>
              <a:ext cx="2736527" cy="554056"/>
            </a:xfrm>
            <a:prstGeom prst="bentUpArrow">
              <a:avLst>
                <a:gd name="adj1" fmla="val 23834"/>
                <a:gd name="adj2" fmla="val 19756"/>
                <a:gd name="adj3" fmla="val 2441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7" name="ZoneTexte 36"/>
            <p:cNvSpPr txBox="1"/>
            <p:nvPr/>
          </p:nvSpPr>
          <p:spPr>
            <a:xfrm>
              <a:off x="3594420" y="5837851"/>
              <a:ext cx="2640403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fr-FR" sz="1400" dirty="0" smtClean="0"/>
                <a:t>Contrôle Qualité des données</a:t>
              </a: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fr-FR" sz="1400" dirty="0" err="1" smtClean="0"/>
                <a:t>Extract-Transform-Load</a:t>
              </a:r>
              <a:endParaRPr lang="fr-FR" sz="1400" dirty="0" smtClean="0"/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fr-FR" sz="1400" dirty="0" smtClean="0"/>
                <a:t>Etudes statistiques</a:t>
              </a:r>
            </a:p>
            <a:p>
              <a:endParaRPr lang="fr-FR" sz="1400" dirty="0"/>
            </a:p>
          </p:txBody>
        </p:sp>
      </p:grpSp>
      <p:sp>
        <p:nvSpPr>
          <p:cNvPr id="24" name="Titre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Schéma fonctionnel</a:t>
            </a:r>
            <a:endParaRPr lang="fr-FR" dirty="0"/>
          </a:p>
        </p:txBody>
      </p:sp>
      <p:sp>
        <p:nvSpPr>
          <p:cNvPr id="26" name="Espace réservé du texte 2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Flèche droite 2"/>
          <p:cNvSpPr/>
          <p:nvPr/>
        </p:nvSpPr>
        <p:spPr>
          <a:xfrm>
            <a:off x="5131918" y="6017083"/>
            <a:ext cx="1422250" cy="374128"/>
          </a:xfrm>
          <a:prstGeom prst="rightArrow">
            <a:avLst/>
          </a:prstGeom>
          <a:solidFill>
            <a:srgbClr val="E97117"/>
          </a:soli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3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Light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6890619" y="5882094"/>
            <a:ext cx="1175001" cy="25648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10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 Light"/>
              </a:rPr>
              <a:t>Export vers le FRB!</a:t>
            </a:r>
            <a:endParaRPr kumimoji="0" lang="fr-FR" sz="1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Neue Light"/>
            </a:endParaRPr>
          </a:p>
        </p:txBody>
      </p:sp>
      <p:pic>
        <p:nvPicPr>
          <p:cNvPr id="14" name="Imag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4011" y="6176133"/>
            <a:ext cx="1628219" cy="402142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4830563" y="1932077"/>
            <a:ext cx="2178481" cy="27186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1100" b="0" i="0" u="none" strike="noStrike" cap="none" spc="0" normalizeH="0" baseline="0" dirty="0" smtClean="0">
                <a:ln>
                  <a:noFill/>
                </a:ln>
                <a:solidFill>
                  <a:srgbClr val="FC8604"/>
                </a:solidFill>
                <a:effectLst/>
                <a:uFillTx/>
                <a:latin typeface="+mn-lt"/>
                <a:ea typeface="+mn-ea"/>
                <a:sym typeface="Helvetica Neue Light"/>
              </a:rPr>
              <a:t>Système</a:t>
            </a:r>
            <a:r>
              <a:rPr kumimoji="0" lang="fr-FR" sz="1100" b="0" i="0" u="none" strike="noStrike" cap="none" spc="0" normalizeH="0" dirty="0" smtClean="0">
                <a:ln>
                  <a:noFill/>
                </a:ln>
                <a:solidFill>
                  <a:srgbClr val="FC8604"/>
                </a:solidFill>
                <a:effectLst/>
                <a:uFillTx/>
                <a:latin typeface="+mn-lt"/>
                <a:ea typeface="+mn-ea"/>
                <a:sym typeface="Helvetica Neue Light"/>
              </a:rPr>
              <a:t> d’</a:t>
            </a:r>
            <a:r>
              <a:rPr lang="fr-FR" sz="1100" dirty="0" smtClean="0">
                <a:solidFill>
                  <a:srgbClr val="FC8604"/>
                </a:solidFill>
                <a:latin typeface="+mn-lt"/>
                <a:ea typeface="+mn-ea"/>
                <a:sym typeface="Helvetica Neue Light"/>
              </a:rPr>
              <a:t>information du service</a:t>
            </a:r>
            <a:endParaRPr kumimoji="0" lang="fr-FR" sz="1100" b="0" i="0" u="none" strike="noStrike" cap="none" spc="0" normalizeH="0" baseline="0" dirty="0">
              <a:ln>
                <a:noFill/>
              </a:ln>
              <a:solidFill>
                <a:srgbClr val="FC8604"/>
              </a:solidFill>
              <a:effectLst/>
              <a:uFillTx/>
              <a:latin typeface="+mn-lt"/>
              <a:ea typeface="+mn-ea"/>
              <a:sym typeface="Helvetica Neue Light"/>
            </a:endParaRPr>
          </a:p>
        </p:txBody>
      </p:sp>
    </p:spTree>
    <p:extLst>
      <p:ext uri="{BB962C8B-B14F-4D97-AF65-F5344CB8AC3E}">
        <p14:creationId xmlns:p14="http://schemas.microsoft.com/office/powerpoint/2010/main" val="2061227412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Avancement du projet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C7076B5-84CD-48D5-AEE7-AF7735F9CB56}" type="slidenum">
              <a:rPr lang="fr-FR" smtClean="0"/>
              <a:pPr>
                <a:defRPr/>
              </a:pPr>
              <a:t>5</a:t>
            </a:fld>
            <a:endParaRPr lang="fr-FR"/>
          </a:p>
        </p:txBody>
      </p:sp>
      <p:graphicFrame>
        <p:nvGraphicFramePr>
          <p:cNvPr id="6" name="Diagramme 5"/>
          <p:cNvGraphicFramePr/>
          <p:nvPr>
            <p:extLst>
              <p:ext uri="{D42A27DB-BD31-4B8C-83A1-F6EECF244321}">
                <p14:modId xmlns:p14="http://schemas.microsoft.com/office/powerpoint/2010/main" val="3747801376"/>
              </p:ext>
            </p:extLst>
          </p:nvPr>
        </p:nvGraphicFramePr>
        <p:xfrm>
          <a:off x="121920" y="1554480"/>
          <a:ext cx="8879840" cy="4592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Perspectives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C7076B5-84CD-48D5-AEE7-AF7735F9CB56}" type="slidenum">
              <a:rPr lang="fr-FR" smtClean="0"/>
              <a:pPr>
                <a:defRPr/>
              </a:pPr>
              <a:t>6</a:t>
            </a:fld>
            <a:endParaRPr lang="fr-FR"/>
          </a:p>
        </p:txBody>
      </p:sp>
      <p:graphicFrame>
        <p:nvGraphicFramePr>
          <p:cNvPr id="7" name="Diagramme 6"/>
          <p:cNvGraphicFramePr/>
          <p:nvPr>
            <p:extLst>
              <p:ext uri="{D42A27DB-BD31-4B8C-83A1-F6EECF244321}">
                <p14:modId xmlns:p14="http://schemas.microsoft.com/office/powerpoint/2010/main" val="467346725"/>
              </p:ext>
            </p:extLst>
          </p:nvPr>
        </p:nvGraphicFramePr>
        <p:xfrm>
          <a:off x="101599" y="1676400"/>
          <a:ext cx="8640565" cy="48018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Image 5" descr="lumen_picto_black.jpg"/>
          <p:cNvPicPr>
            <a:picLocks noChangeAspect="1"/>
          </p:cNvPicPr>
          <p:nvPr/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60281" t="14167" r="12257" b="59722"/>
          <a:stretch>
            <a:fillRect/>
          </a:stretch>
        </p:blipFill>
        <p:spPr>
          <a:xfrm>
            <a:off x="3752850" y="3484049"/>
            <a:ext cx="1533525" cy="1478475"/>
          </a:xfrm>
          <a:prstGeom prst="rect">
            <a:avLst/>
          </a:prstGeom>
        </p:spPr>
      </p:pic>
      <p:pic>
        <p:nvPicPr>
          <p:cNvPr id="8" name="Image 7" descr="lumen_picto_color.png"/>
          <p:cNvPicPr>
            <a:picLocks noChangeAspect="1"/>
          </p:cNvPicPr>
          <p:nvPr/>
        </p:nvPicPr>
        <p:blipFill>
          <a:blip r:embed="rId8"/>
          <a:srcRect l="62623" t="16468" r="13097" b="60615"/>
          <a:stretch>
            <a:fillRect/>
          </a:stretch>
        </p:blipFill>
        <p:spPr>
          <a:xfrm>
            <a:off x="3697209" y="3512503"/>
            <a:ext cx="1642110" cy="1571624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ModernPortfolio">
  <a:themeElements>
    <a:clrScheme name="ModernPortfolio">
      <a:dk1>
        <a:srgbClr val="000000"/>
      </a:dk1>
      <a:lt1>
        <a:srgbClr val="FFFFFF"/>
      </a:lt1>
      <a:dk2>
        <a:srgbClr val="5C5C5C"/>
      </a:dk2>
      <a:lt2>
        <a:srgbClr val="CBCBCB"/>
      </a:lt2>
      <a:accent1>
        <a:srgbClr val="557E8A"/>
      </a:accent1>
      <a:accent2>
        <a:srgbClr val="88885A"/>
      </a:accent2>
      <a:accent3>
        <a:srgbClr val="B29E85"/>
      </a:accent3>
      <a:accent4>
        <a:srgbClr val="BB7B52"/>
      </a:accent4>
      <a:accent5>
        <a:srgbClr val="CF7F66"/>
      </a:accent5>
      <a:accent6>
        <a:srgbClr val="62647B"/>
      </a:accent6>
      <a:hlink>
        <a:srgbClr val="0000FF"/>
      </a:hlink>
      <a:folHlink>
        <a:srgbClr val="FF00FF"/>
      </a:folHlink>
    </a:clrScheme>
    <a:fontScheme name="ModernPortfolio">
      <a:majorFont>
        <a:latin typeface="Helvetica Neue Light"/>
        <a:ea typeface="Helvetica Neue Light"/>
        <a:cs typeface="Helvetica Neue Light"/>
      </a:majorFont>
      <a:minorFont>
        <a:latin typeface="Helvetica Neue Light"/>
        <a:ea typeface="Helvetica Neue Light"/>
        <a:cs typeface="Helvetica Neue Light"/>
      </a:minorFont>
    </a:fontScheme>
    <a:fmtScheme name="ModernPortfol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25D6B"/>
        </a:solidFill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ABABAB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32FAAADEE15648AE729100AC6B78AD" ma:contentTypeVersion="" ma:contentTypeDescription="Crée un document." ma:contentTypeScope="" ma:versionID="b3350636c6873aa95d62365e7fc19bf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264158f0382c6d7b4dca080ff42ddd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5C691F4-75AD-479D-ADBC-CA1A1078BC46}">
  <ds:schemaRefs>
    <ds:schemaRef ds:uri="http://schemas.microsoft.com/office/2006/documentManagement/types"/>
    <ds:schemaRef ds:uri="http://purl.org/dc/terms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F670195-6524-46E9-9343-AA236265BEA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F0514D1-1A67-4F0C-8AFF-947A2D04477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12132</TotalTime>
  <Words>436</Words>
  <Application>Microsoft Macintosh PowerPoint</Application>
  <PresentationFormat>Présentation à l'écran (4:3)</PresentationFormat>
  <Paragraphs>86</Paragraphs>
  <Slides>6</Slides>
  <Notes>2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ModernPortfolio</vt:lpstr>
      <vt:lpstr>Projet LUMEN</vt:lpstr>
      <vt:lpstr>Générateur de connaissances sur la DMLA en France</vt:lpstr>
      <vt:lpstr>Objectifs</vt:lpstr>
      <vt:lpstr>Schéma fonctionnel</vt:lpstr>
      <vt:lpstr>Avancement du projet</vt:lpstr>
      <vt:lpstr>Perspectives</vt:lpstr>
    </vt:vector>
  </TitlesOfParts>
  <Company>Kaissa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Registre DMLA</dc:title>
  <dc:creator>Fondation Voir et Entendre - Institut de la Vision</dc:creator>
  <dc:description>Présentation de la réunion de suivi Novartis du 25 janvier 2017.</dc:description>
  <cp:lastModifiedBy>Marc Lechuga</cp:lastModifiedBy>
  <cp:revision>1349</cp:revision>
  <cp:lastPrinted>2017-07-18T08:56:51Z</cp:lastPrinted>
  <dcterms:created xsi:type="dcterms:W3CDTF">2015-12-14T19:42:36Z</dcterms:created>
  <dcterms:modified xsi:type="dcterms:W3CDTF">2017-07-19T11:59:07Z</dcterms:modified>
</cp:coreProperties>
</file>